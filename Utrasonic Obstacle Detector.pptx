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82" r:id="rId2"/>
  </p:sldMasterIdLst>
  <p:notesMasterIdLst>
    <p:notesMasterId r:id="rId15"/>
  </p:notesMasterIdLst>
  <p:handoutMasterIdLst>
    <p:handoutMasterId r:id="rId16"/>
  </p:handoutMasterIdLst>
  <p:sldIdLst>
    <p:sldId id="256" r:id="rId3"/>
    <p:sldId id="259" r:id="rId4"/>
    <p:sldId id="257" r:id="rId5"/>
    <p:sldId id="274" r:id="rId6"/>
    <p:sldId id="273" r:id="rId7"/>
    <p:sldId id="275" r:id="rId8"/>
    <p:sldId id="260" r:id="rId9"/>
    <p:sldId id="262" r:id="rId10"/>
    <p:sldId id="272" r:id="rId11"/>
    <p:sldId id="267" r:id="rId12"/>
    <p:sldId id="270" r:id="rId13"/>
    <p:sldId id="276"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799B01-314C-49CC-DB20-C95367B9D319}" name="Cristina Gutiérrez Jiménez" initials="CGJ" userId="S::cgutierrez@freepikco.onmicrosoft.com::9b066b6f-0938-49e6-9aab-2bba891a0f35" providerId="AD"/>
  <p188:author id="{1D697F11-E857-4E9B-674F-30490533E613}" name="Rubén Martín Sánchez" initials="RMS" userId="S::rmartin@freepikco.onmicrosoft.com::99c76c5c-dbd8-45dc-86f7-d64d860af3f1" providerId="AD"/>
  <p188:author id="{5EBDB1DB-79A8-947B-9063-5F17B44521F2}" name="Ruben Martin Sanchez" initials="RMS" userId="e84aa1c1e377097e"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ubén Martín Sánchez" initials="RMS" lastIdx="1" clrIdx="0">
    <p:extLst>
      <p:ext uri="{19B8F6BF-5375-455C-9EA6-DF929625EA0E}">
        <p15:presenceInfo xmlns:p15="http://schemas.microsoft.com/office/powerpoint/2012/main" userId="S::rmartin@freepikco.onmicrosoft.com::99c76c5c-dbd8-45dc-86f7-d64d860af3f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5"/>
    <a:srgbClr val="1FD81A"/>
    <a:srgbClr val="6E6EE3"/>
    <a:srgbClr val="ABB2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03" autoAdjust="0"/>
    <p:restoredTop sz="94923" autoAdjust="0"/>
  </p:normalViewPr>
  <p:slideViewPr>
    <p:cSldViewPr snapToGrid="0" showGuides="1">
      <p:cViewPr varScale="1">
        <p:scale>
          <a:sx n="104" d="100"/>
          <a:sy n="104" d="100"/>
        </p:scale>
        <p:origin x="1162" y="72"/>
      </p:cViewPr>
      <p:guideLst/>
    </p:cSldViewPr>
  </p:slideViewPr>
  <p:outlineViewPr>
    <p:cViewPr>
      <p:scale>
        <a:sx n="33" d="100"/>
        <a:sy n="33" d="100"/>
      </p:scale>
      <p:origin x="0" y="-4212"/>
    </p:cViewPr>
    <p:sldLst>
      <p:sld r:id="rId1" collapse="1"/>
    </p:sldLst>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F44CE5F-8C67-4FAF-8028-D7E4D9E68E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725FEFD1-CE04-4DD5-B7A6-850528A659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05D52F-4D70-4ABC-9288-F02DCCAE4BCC}" type="datetimeFigureOut">
              <a:rPr lang="es-ES" smtClean="0"/>
              <a:t>06/05/2024</a:t>
            </a:fld>
            <a:endParaRPr lang="es-ES"/>
          </a:p>
        </p:txBody>
      </p:sp>
      <p:sp>
        <p:nvSpPr>
          <p:cNvPr id="4" name="Marcador de pie de página 3">
            <a:extLst>
              <a:ext uri="{FF2B5EF4-FFF2-40B4-BE49-F238E27FC236}">
                <a16:creationId xmlns:a16="http://schemas.microsoft.com/office/drawing/2014/main" id="{C2DBEB01-979F-48E4-9ACE-54ADD5DEEA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EEB7EF0-09B9-4C7B-AB0B-0658505687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C024A2-BD8A-4BA8-81EA-257AEFDC3890}" type="slidenum">
              <a:rPr lang="es-ES" smtClean="0"/>
              <a:t>‹#›</a:t>
            </a:fld>
            <a:endParaRPr lang="es-ES"/>
          </a:p>
        </p:txBody>
      </p:sp>
    </p:spTree>
    <p:extLst>
      <p:ext uri="{BB962C8B-B14F-4D97-AF65-F5344CB8AC3E}">
        <p14:creationId xmlns:p14="http://schemas.microsoft.com/office/powerpoint/2010/main" val="94332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B882FA-E089-4F52-A849-EBE0D5110C96}" type="datetimeFigureOut">
              <a:rPr lang="es-ES" smtClean="0"/>
              <a:t>06/05/2024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A0A34-6EB3-43B1-A1D1-0839AFA3F5ED}" type="slidenum">
              <a:rPr lang="es-ES" smtClean="0"/>
              <a:t>‹#›</a:t>
            </a:fld>
            <a:endParaRPr lang="es-ES"/>
          </a:p>
        </p:txBody>
      </p:sp>
    </p:spTree>
    <p:extLst>
      <p:ext uri="{BB962C8B-B14F-4D97-AF65-F5344CB8AC3E}">
        <p14:creationId xmlns:p14="http://schemas.microsoft.com/office/powerpoint/2010/main" val="69303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2019443"/>
            <a:ext cx="6858000" cy="1120762"/>
          </a:xfrm>
        </p:spPr>
        <p:txBody>
          <a:bodyPr anchor="b">
            <a:noAutofit/>
          </a:bodyPr>
          <a:lstStyle>
            <a:lvl1pPr algn="ctr">
              <a:defRPr sz="4400"/>
            </a:lvl1pPr>
          </a:lstStyle>
          <a:p>
            <a:r>
              <a:rPr lang="en-US" dirty="0"/>
              <a:t>Click to edit Master title style</a:t>
            </a:r>
          </a:p>
        </p:txBody>
      </p:sp>
      <p:sp>
        <p:nvSpPr>
          <p:cNvPr id="3" name="Subtitle 2"/>
          <p:cNvSpPr>
            <a:spLocks noGrp="1"/>
          </p:cNvSpPr>
          <p:nvPr>
            <p:ph type="subTitle" idx="1"/>
          </p:nvPr>
        </p:nvSpPr>
        <p:spPr>
          <a:xfrm>
            <a:off x="1143000" y="3209261"/>
            <a:ext cx="6858000" cy="351388"/>
          </a:xfrm>
        </p:spPr>
        <p:txBody>
          <a:bodyPr>
            <a:normAutofit/>
          </a:bodyPr>
          <a:lstStyle>
            <a:lvl1pPr marL="0" indent="0" algn="ctr">
              <a:buNone/>
              <a:defRPr sz="1600">
                <a:latin typeface="Roboto" panose="02000000000000000000" pitchFamily="2" charset="0"/>
                <a:ea typeface="Roboto" panose="02000000000000000000" pitchFamily="2" charset="0"/>
                <a:cs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Tree>
    <p:extLst>
      <p:ext uri="{BB962C8B-B14F-4D97-AF65-F5344CB8AC3E}">
        <p14:creationId xmlns:p14="http://schemas.microsoft.com/office/powerpoint/2010/main" val="2823002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n 4" descr="Imagen que contiene Patrón de fondo&#10;&#10;Descripción generada automáticamente">
            <a:extLst>
              <a:ext uri="{FF2B5EF4-FFF2-40B4-BE49-F238E27FC236}">
                <a16:creationId xmlns:a16="http://schemas.microsoft.com/office/drawing/2014/main" id="{C3CF40CD-F3C0-4BE5-8708-0140F7FBD5E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1764" b="1778"/>
          <a:stretch/>
        </p:blipFill>
        <p:spPr>
          <a:xfrm rot="16200000" flipH="1">
            <a:off x="3845891" y="246049"/>
            <a:ext cx="5544158" cy="5052060"/>
          </a:xfrm>
          <a:prstGeom prst="rect">
            <a:avLst/>
          </a:prstGeom>
        </p:spPr>
      </p:pic>
      <p:sp>
        <p:nvSpPr>
          <p:cNvPr id="2" name="Title 1"/>
          <p:cNvSpPr>
            <a:spLocks noGrp="1"/>
          </p:cNvSpPr>
          <p:nvPr>
            <p:ph type="title"/>
          </p:nvPr>
        </p:nvSpPr>
        <p:spPr>
          <a:xfrm>
            <a:off x="723900" y="2838951"/>
            <a:ext cx="7696200" cy="648552"/>
          </a:xfrm>
        </p:spPr>
        <p:txBody>
          <a:bodyPr anchor="b">
            <a:noAutofit/>
          </a:bodyPr>
          <a:lstStyle>
            <a:lvl1pPr algn="ctr">
              <a:defRPr sz="5000"/>
            </a:lvl1pPr>
          </a:lstStyle>
          <a:p>
            <a:r>
              <a:rPr lang="en-US" dirty="0"/>
              <a:t>Click to edit Master title style</a:t>
            </a:r>
          </a:p>
        </p:txBody>
      </p:sp>
      <p:sp>
        <p:nvSpPr>
          <p:cNvPr id="3" name="Text Placeholder 2"/>
          <p:cNvSpPr>
            <a:spLocks noGrp="1"/>
          </p:cNvSpPr>
          <p:nvPr>
            <p:ph type="body" idx="1"/>
          </p:nvPr>
        </p:nvSpPr>
        <p:spPr>
          <a:xfrm>
            <a:off x="723900" y="3578296"/>
            <a:ext cx="7696200" cy="273224"/>
          </a:xfrm>
        </p:spPr>
        <p:txBody>
          <a:bodyPr>
            <a:noAutofit/>
          </a:bodyPr>
          <a:lstStyle>
            <a:lvl1pPr marL="0" indent="0" algn="ctr">
              <a:buNone/>
              <a:defRPr sz="16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8" name="Text Placeholder 2">
            <a:extLst>
              <a:ext uri="{FF2B5EF4-FFF2-40B4-BE49-F238E27FC236}">
                <a16:creationId xmlns:a16="http://schemas.microsoft.com/office/drawing/2014/main" id="{53FEA4E8-678D-4279-BA7C-4E624B9ABEBE}"/>
              </a:ext>
            </a:extLst>
          </p:cNvPr>
          <p:cNvSpPr>
            <a:spLocks noGrp="1"/>
          </p:cNvSpPr>
          <p:nvPr>
            <p:ph type="body" idx="10"/>
          </p:nvPr>
        </p:nvSpPr>
        <p:spPr>
          <a:xfrm>
            <a:off x="3839183" y="1575249"/>
            <a:ext cx="1465634" cy="729300"/>
          </a:xfrm>
        </p:spPr>
        <p:txBody>
          <a:bodyPr>
            <a:noAutofit/>
          </a:bodyPr>
          <a:lstStyle>
            <a:lvl1pPr marL="0" indent="0" algn="ctr">
              <a:buNone/>
              <a:defRPr sz="5000">
                <a:solidFill>
                  <a:schemeClr val="tx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5453918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bo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latin typeface="Space Mono" panose="02000509040000020004" pitchFamily="49" charset="0"/>
              </a:defRPr>
            </a:lvl1pPr>
          </a:lstStyle>
          <a:p>
            <a:r>
              <a:rPr lang="en-US" dirty="0"/>
              <a:t>Click to edit Master title style</a:t>
            </a:r>
          </a:p>
        </p:txBody>
      </p:sp>
      <p:sp>
        <p:nvSpPr>
          <p:cNvPr id="3" name="Content Placeholder 2"/>
          <p:cNvSpPr>
            <a:spLocks noGrp="1"/>
          </p:cNvSpPr>
          <p:nvPr>
            <p:ph idx="1"/>
          </p:nvPr>
        </p:nvSpPr>
        <p:spPr/>
        <p:txBody>
          <a:bodyPr>
            <a:noAutofit/>
          </a:bodyPr>
          <a:lstStyle>
            <a:lvl1pPr marL="0" indent="0">
              <a:buNone/>
              <a:defRPr sz="1400">
                <a:solidFill>
                  <a:schemeClr val="bg1"/>
                </a:solidFill>
                <a:latin typeface="Raleway" pitchFamily="2" charset="0"/>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US" dirty="0"/>
              <a:t>Click to edit Master text styles</a:t>
            </a:r>
          </a:p>
          <a:p>
            <a:pPr lvl="0"/>
            <a:r>
              <a:rPr lang="en-US" dirty="0"/>
              <a:t>Second level</a:t>
            </a:r>
          </a:p>
          <a:p>
            <a:pPr lvl="0"/>
            <a:r>
              <a:rPr lang="en-US" dirty="0"/>
              <a:t>Third level</a:t>
            </a:r>
          </a:p>
          <a:p>
            <a:pPr lvl="0"/>
            <a:r>
              <a:rPr lang="en-US" dirty="0"/>
              <a:t>Fourth level</a:t>
            </a:r>
          </a:p>
          <a:p>
            <a:pPr lvl="0"/>
            <a:r>
              <a:rPr lang="en-US" dirty="0"/>
              <a:t>Fifth level</a:t>
            </a:r>
          </a:p>
        </p:txBody>
      </p:sp>
    </p:spTree>
    <p:extLst>
      <p:ext uri="{BB962C8B-B14F-4D97-AF65-F5344CB8AC3E}">
        <p14:creationId xmlns:p14="http://schemas.microsoft.com/office/powerpoint/2010/main" val="22265950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Imagen 10" descr="Imagen que contiene Patrón de fondo&#10;&#10;Descripción generada automáticamente">
            <a:extLst>
              <a:ext uri="{FF2B5EF4-FFF2-40B4-BE49-F238E27FC236}">
                <a16:creationId xmlns:a16="http://schemas.microsoft.com/office/drawing/2014/main" id="{B0063E62-E94E-4148-BB62-02A0598CD6C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426" b="13804"/>
          <a:stretch/>
        </p:blipFill>
        <p:spPr>
          <a:xfrm flipH="1">
            <a:off x="5267893" y="2123887"/>
            <a:ext cx="3876107" cy="3019613"/>
          </a:xfrm>
          <a:prstGeom prst="rect">
            <a:avLst/>
          </a:prstGeom>
        </p:spPr>
      </p:pic>
      <p:sp>
        <p:nvSpPr>
          <p:cNvPr id="3" name="Content Placeholder 2"/>
          <p:cNvSpPr>
            <a:spLocks noGrp="1"/>
          </p:cNvSpPr>
          <p:nvPr>
            <p:ph sz="half" idx="1"/>
          </p:nvPr>
        </p:nvSpPr>
        <p:spPr>
          <a:xfrm>
            <a:off x="1132756" y="3404144"/>
            <a:ext cx="2847262" cy="942679"/>
          </a:xfrm>
        </p:spPr>
        <p:txBody>
          <a:bodyPr>
            <a:noAutofit/>
          </a:bodyPr>
          <a:lstStyle>
            <a:lvl1pPr marL="0" indent="0" algn="ctr">
              <a:buNone/>
              <a:defRPr sz="1400"/>
            </a:lvl1pPr>
            <a:lvl2pPr algn="ctr">
              <a:defRPr sz="1400"/>
            </a:lvl2pPr>
            <a:lvl3pPr algn="ctr">
              <a:defRPr sz="1400"/>
            </a:lvl3pPr>
            <a:lvl4pPr algn="ctr">
              <a:defRPr sz="1400"/>
            </a:lvl4pPr>
            <a:lvl5pPr algn="ct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63980" y="3404144"/>
            <a:ext cx="2847266" cy="942679"/>
          </a:xfrm>
        </p:spPr>
        <p:txBody>
          <a:bodyPr>
            <a:noAutofit/>
          </a:bodyPr>
          <a:lstStyle>
            <a:lvl1pPr marL="0" indent="0" algn="ctr">
              <a:buNone/>
              <a:defRPr sz="1400"/>
            </a:lvl1pPr>
            <a:lvl2pPr algn="ctr">
              <a:defRPr sz="1400"/>
            </a:lvl2pPr>
            <a:lvl3pPr algn="ctr">
              <a:defRPr sz="1400"/>
            </a:lvl3pPr>
            <a:lvl4pPr algn="ctr">
              <a:defRPr sz="1400"/>
            </a:lvl4pPr>
            <a:lvl5pPr algn="ct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647D2E8C-1B66-4B58-9E61-419F96DF96F9}"/>
              </a:ext>
            </a:extLst>
          </p:cNvPr>
          <p:cNvSpPr>
            <a:spLocks noGrp="1"/>
          </p:cNvSpPr>
          <p:nvPr>
            <p:ph type="title"/>
          </p:nvPr>
        </p:nvSpPr>
        <p:spPr/>
        <p:txBody>
          <a:bodyPr/>
          <a:lstStyle/>
          <a:p>
            <a:r>
              <a:rPr lang="en-US" dirty="0"/>
              <a:t>Click to edit Master title style</a:t>
            </a:r>
          </a:p>
        </p:txBody>
      </p:sp>
      <p:sp>
        <p:nvSpPr>
          <p:cNvPr id="9" name="Text Placeholder 2">
            <a:extLst>
              <a:ext uri="{FF2B5EF4-FFF2-40B4-BE49-F238E27FC236}">
                <a16:creationId xmlns:a16="http://schemas.microsoft.com/office/drawing/2014/main" id="{157D406E-515A-4F43-9A01-A05A4C6D1924}"/>
              </a:ext>
            </a:extLst>
          </p:cNvPr>
          <p:cNvSpPr>
            <a:spLocks noGrp="1"/>
          </p:cNvSpPr>
          <p:nvPr>
            <p:ph type="body" idx="14"/>
          </p:nvPr>
        </p:nvSpPr>
        <p:spPr>
          <a:xfrm>
            <a:off x="839088" y="2900433"/>
            <a:ext cx="3434598"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10" name="Text Placeholder 2">
            <a:extLst>
              <a:ext uri="{FF2B5EF4-FFF2-40B4-BE49-F238E27FC236}">
                <a16:creationId xmlns:a16="http://schemas.microsoft.com/office/drawing/2014/main" id="{65C9BD97-A085-490E-8875-69685121698A}"/>
              </a:ext>
            </a:extLst>
          </p:cNvPr>
          <p:cNvSpPr>
            <a:spLocks noGrp="1"/>
          </p:cNvSpPr>
          <p:nvPr>
            <p:ph type="body" idx="17"/>
          </p:nvPr>
        </p:nvSpPr>
        <p:spPr>
          <a:xfrm>
            <a:off x="4870314" y="2900433"/>
            <a:ext cx="3434600"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8022940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latin typeface="Space Mono" panose="02000509040000020004" pitchFamily="49" charset="0"/>
              </a:defRPr>
            </a:lvl1pPr>
          </a:lstStyle>
          <a:p>
            <a:r>
              <a:rPr lang="en-US" dirty="0"/>
              <a:t>Click to edit Master title style</a:t>
            </a:r>
          </a:p>
        </p:txBody>
      </p:sp>
    </p:spTree>
    <p:extLst>
      <p:ext uri="{BB962C8B-B14F-4D97-AF65-F5344CB8AC3E}">
        <p14:creationId xmlns:p14="http://schemas.microsoft.com/office/powerpoint/2010/main" val="18968183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One column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68F7DF3-02F3-41BF-A060-159BA21B5D03}"/>
              </a:ext>
            </a:extLst>
          </p:cNvPr>
          <p:cNvSpPr>
            <a:spLocks noGrp="1"/>
          </p:cNvSpPr>
          <p:nvPr>
            <p:ph sz="half" idx="2" hasCustomPrompt="1"/>
          </p:nvPr>
        </p:nvSpPr>
        <p:spPr>
          <a:xfrm>
            <a:off x="723900" y="2167246"/>
            <a:ext cx="4224183" cy="2423285"/>
          </a:xfrm>
        </p:spPr>
        <p:txBody>
          <a:bodyPr anchor="ctr">
            <a:normAutofit/>
          </a:bodyPr>
          <a:lstStyle>
            <a:lvl1pPr marL="0" indent="0">
              <a:buNone/>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7">
            <a:extLst>
              <a:ext uri="{FF2B5EF4-FFF2-40B4-BE49-F238E27FC236}">
                <a16:creationId xmlns:a16="http://schemas.microsoft.com/office/drawing/2014/main" id="{58967345-DB07-428F-8914-C3F421A8AF4B}"/>
              </a:ext>
            </a:extLst>
          </p:cNvPr>
          <p:cNvSpPr>
            <a:spLocks noGrp="1"/>
          </p:cNvSpPr>
          <p:nvPr>
            <p:ph type="title"/>
          </p:nvPr>
        </p:nvSpPr>
        <p:spPr>
          <a:xfrm>
            <a:off x="723900" y="552449"/>
            <a:ext cx="4224183" cy="1335727"/>
          </a:xfrm>
        </p:spPr>
        <p:txBody>
          <a:bodyPr>
            <a:noAutofit/>
          </a:bodyPr>
          <a:lstStyle>
            <a:lvl1pPr algn="l">
              <a:defRPr sz="3500"/>
            </a:lvl1pPr>
          </a:lstStyle>
          <a:p>
            <a:r>
              <a:rPr lang="en-US" dirty="0"/>
              <a:t>Click to edit Master title style</a:t>
            </a:r>
          </a:p>
        </p:txBody>
      </p:sp>
    </p:spTree>
    <p:extLst>
      <p:ext uri="{BB962C8B-B14F-4D97-AF65-F5344CB8AC3E}">
        <p14:creationId xmlns:p14="http://schemas.microsoft.com/office/powerpoint/2010/main" val="1907460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ain poi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809043F-2CB1-4697-ADC0-1A4B5CEE02B4}"/>
              </a:ext>
            </a:extLst>
          </p:cNvPr>
          <p:cNvSpPr>
            <a:spLocks noGrp="1"/>
          </p:cNvSpPr>
          <p:nvPr>
            <p:ph type="title"/>
          </p:nvPr>
        </p:nvSpPr>
        <p:spPr>
          <a:xfrm>
            <a:off x="628650" y="1243260"/>
            <a:ext cx="7886700" cy="2656981"/>
          </a:xfrm>
        </p:spPr>
        <p:txBody>
          <a:bodyPr/>
          <a:lstStyle/>
          <a:p>
            <a:r>
              <a:rPr lang="en-US"/>
              <a:t>Click to edit Master title style</a:t>
            </a:r>
          </a:p>
        </p:txBody>
      </p:sp>
    </p:spTree>
    <p:extLst>
      <p:ext uri="{BB962C8B-B14F-4D97-AF65-F5344CB8AC3E}">
        <p14:creationId xmlns:p14="http://schemas.microsoft.com/office/powerpoint/2010/main" val="16047820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and descri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3900" y="552450"/>
            <a:ext cx="2949178" cy="1200150"/>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723900" y="175260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635800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3900" y="973393"/>
            <a:ext cx="3354030" cy="1550425"/>
          </a:xfrm>
        </p:spPr>
        <p:txBody>
          <a:bodyPr anchor="b">
            <a:noAutofit/>
          </a:bodyPr>
          <a:lstStyle>
            <a:lvl1pPr>
              <a:defRPr sz="3500"/>
            </a:lvl1pPr>
          </a:lstStyle>
          <a:p>
            <a:r>
              <a:rPr lang="en-US" dirty="0"/>
              <a:t>Click to edit Master title style</a:t>
            </a:r>
          </a:p>
        </p:txBody>
      </p:sp>
      <p:sp>
        <p:nvSpPr>
          <p:cNvPr id="3" name="Picture Placeholder 2"/>
          <p:cNvSpPr>
            <a:spLocks noGrp="1" noChangeAspect="1"/>
          </p:cNvSpPr>
          <p:nvPr>
            <p:ph type="pic" idx="1"/>
          </p:nvPr>
        </p:nvSpPr>
        <p:spPr>
          <a:xfrm>
            <a:off x="4572000" y="744140"/>
            <a:ext cx="384810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723900" y="2713238"/>
            <a:ext cx="3354030" cy="1121342"/>
          </a:xfrm>
        </p:spPr>
        <p:txBody>
          <a:bodyPr>
            <a:normAutofit/>
          </a:bodyPr>
          <a:lstStyle>
            <a:lvl1pPr marL="0" indent="0">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Tree>
    <p:extLst>
      <p:ext uri="{BB962C8B-B14F-4D97-AF65-F5344CB8AC3E}">
        <p14:creationId xmlns:p14="http://schemas.microsoft.com/office/powerpoint/2010/main" val="1504375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138118C-7525-42C5-83E9-649111189F8A}"/>
              </a:ext>
            </a:extLst>
          </p:cNvPr>
          <p:cNvSpPr>
            <a:spLocks noGrp="1"/>
          </p:cNvSpPr>
          <p:nvPr>
            <p:ph type="title"/>
          </p:nvPr>
        </p:nvSpPr>
        <p:spPr>
          <a:xfrm>
            <a:off x="723900" y="1243260"/>
            <a:ext cx="7696200" cy="2656981"/>
          </a:xfrm>
        </p:spPr>
        <p:txBody>
          <a:bodyPr/>
          <a:lstStyle/>
          <a:p>
            <a:r>
              <a:rPr lang="en-US" dirty="0"/>
              <a:t>Click to edit Master title style</a:t>
            </a:r>
          </a:p>
        </p:txBody>
      </p:sp>
    </p:spTree>
    <p:extLst>
      <p:ext uri="{BB962C8B-B14F-4D97-AF65-F5344CB8AC3E}">
        <p14:creationId xmlns:p14="http://schemas.microsoft.com/office/powerpoint/2010/main" val="27581487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13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four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23207F-3A99-479A-8D98-54FCC6B21D2A}"/>
              </a:ext>
            </a:extLst>
          </p:cNvPr>
          <p:cNvSpPr>
            <a:spLocks noGrp="1"/>
          </p:cNvSpPr>
          <p:nvPr>
            <p:ph type="dt" sz="half" idx="10"/>
          </p:nvPr>
        </p:nvSpPr>
        <p:spPr/>
        <p:txBody>
          <a:bodyPr/>
          <a:lstStyle/>
          <a:p>
            <a:fld id="{9513EFF7-90E2-431F-8E31-BA0CE4C55B2F}" type="datetimeFigureOut">
              <a:rPr lang="en-US" smtClean="0"/>
              <a:t>5/6/2024</a:t>
            </a:fld>
            <a:endParaRPr lang="en-US" dirty="0"/>
          </a:p>
        </p:txBody>
      </p:sp>
      <p:sp>
        <p:nvSpPr>
          <p:cNvPr id="4" name="Footer Placeholder 3">
            <a:extLst>
              <a:ext uri="{FF2B5EF4-FFF2-40B4-BE49-F238E27FC236}">
                <a16:creationId xmlns:a16="http://schemas.microsoft.com/office/drawing/2014/main" id="{2EABC894-7C47-47FE-979B-D1600C3FAC3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1F3D13E-9C06-4F32-B4E5-20DCCDD93C3A}"/>
              </a:ext>
            </a:extLst>
          </p:cNvPr>
          <p:cNvSpPr>
            <a:spLocks noGrp="1"/>
          </p:cNvSpPr>
          <p:nvPr>
            <p:ph type="sldNum" sz="quarter" idx="12"/>
          </p:nvPr>
        </p:nvSpPr>
        <p:spPr/>
        <p:txBody>
          <a:bodyPr/>
          <a:lstStyle/>
          <a:p>
            <a:fld id="{5E0CEFFA-EA14-4325-A0F4-7973582784D2}" type="slidenum">
              <a:rPr lang="en-US" smtClean="0"/>
              <a:t>‹#›</a:t>
            </a:fld>
            <a:endParaRPr lang="en-US" dirty="0"/>
          </a:p>
        </p:txBody>
      </p:sp>
      <p:sp>
        <p:nvSpPr>
          <p:cNvPr id="11" name="Title 7">
            <a:extLst>
              <a:ext uri="{FF2B5EF4-FFF2-40B4-BE49-F238E27FC236}">
                <a16:creationId xmlns:a16="http://schemas.microsoft.com/office/drawing/2014/main" id="{E1A90284-BB8E-44FF-BAF3-4210A062EBE1}"/>
              </a:ext>
            </a:extLst>
          </p:cNvPr>
          <p:cNvSpPr>
            <a:spLocks noGrp="1"/>
          </p:cNvSpPr>
          <p:nvPr>
            <p:ph type="title"/>
          </p:nvPr>
        </p:nvSpPr>
        <p:spPr>
          <a:xfrm>
            <a:off x="723900" y="552450"/>
            <a:ext cx="7696200" cy="715566"/>
          </a:xfrm>
        </p:spPr>
        <p:txBody>
          <a:bodyPr/>
          <a:lstStyle>
            <a:lvl1pPr>
              <a:defRPr>
                <a:solidFill>
                  <a:schemeClr val="bg1"/>
                </a:solidFill>
                <a:latin typeface="Space Mono" panose="02000509040000020004" pitchFamily="49" charset="0"/>
              </a:defRPr>
            </a:lvl1pPr>
          </a:lstStyle>
          <a:p>
            <a:r>
              <a:rPr lang="en-US" dirty="0"/>
              <a:t>Click to edit Master title style</a:t>
            </a:r>
          </a:p>
        </p:txBody>
      </p:sp>
      <p:sp>
        <p:nvSpPr>
          <p:cNvPr id="15" name="Text Placeholder 2">
            <a:extLst>
              <a:ext uri="{FF2B5EF4-FFF2-40B4-BE49-F238E27FC236}">
                <a16:creationId xmlns:a16="http://schemas.microsoft.com/office/drawing/2014/main" id="{44EB6436-7B2F-4CF4-A7B3-637707BBD72B}"/>
              </a:ext>
            </a:extLst>
          </p:cNvPr>
          <p:cNvSpPr>
            <a:spLocks noGrp="1"/>
          </p:cNvSpPr>
          <p:nvPr>
            <p:ph type="body" idx="1"/>
          </p:nvPr>
        </p:nvSpPr>
        <p:spPr>
          <a:xfrm>
            <a:off x="723900" y="2268166"/>
            <a:ext cx="2382370" cy="392482"/>
          </a:xfrm>
        </p:spPr>
        <p:txBody>
          <a:bodyPr>
            <a:noAutofit/>
          </a:bodyPr>
          <a:lstStyle>
            <a:lvl1pPr marL="0" indent="0" algn="ctr">
              <a:buNone/>
              <a:defRPr sz="1400">
                <a:solidFill>
                  <a:schemeClr val="bg1"/>
                </a:solidFill>
                <a:latin typeface="Raleway" pitchFamily="2" charset="0"/>
                <a:ea typeface="Roboto" panose="02000000000000000000" pitchFamily="2" charset="0"/>
                <a:cs typeface="Raleway" pitchFamily="2"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16" name="Text Placeholder 2">
            <a:extLst>
              <a:ext uri="{FF2B5EF4-FFF2-40B4-BE49-F238E27FC236}">
                <a16:creationId xmlns:a16="http://schemas.microsoft.com/office/drawing/2014/main" id="{4B9F2CB4-854C-4A2D-8E5A-AE2CAEDF36C6}"/>
              </a:ext>
            </a:extLst>
          </p:cNvPr>
          <p:cNvSpPr>
            <a:spLocks noGrp="1"/>
          </p:cNvSpPr>
          <p:nvPr>
            <p:ph type="body" idx="13"/>
          </p:nvPr>
        </p:nvSpPr>
        <p:spPr>
          <a:xfrm>
            <a:off x="723900" y="1878288"/>
            <a:ext cx="2382370"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17" name="Text Placeholder 2">
            <a:extLst>
              <a:ext uri="{FF2B5EF4-FFF2-40B4-BE49-F238E27FC236}">
                <a16:creationId xmlns:a16="http://schemas.microsoft.com/office/drawing/2014/main" id="{02445460-6BB8-4584-BBAD-2A746E4E886E}"/>
              </a:ext>
            </a:extLst>
          </p:cNvPr>
          <p:cNvSpPr>
            <a:spLocks noGrp="1"/>
          </p:cNvSpPr>
          <p:nvPr>
            <p:ph type="body" idx="14"/>
          </p:nvPr>
        </p:nvSpPr>
        <p:spPr>
          <a:xfrm>
            <a:off x="1530956" y="1322702"/>
            <a:ext cx="768258" cy="392482"/>
          </a:xfrm>
        </p:spPr>
        <p:txBody>
          <a:bodyPr>
            <a:noAutofit/>
          </a:bodyPr>
          <a:lstStyle>
            <a:lvl1pPr marL="0" indent="0" algn="ctr">
              <a:buNone/>
              <a:defRPr sz="2500">
                <a:solidFill>
                  <a:schemeClr val="tx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18" name="Text Placeholder 2">
            <a:extLst>
              <a:ext uri="{FF2B5EF4-FFF2-40B4-BE49-F238E27FC236}">
                <a16:creationId xmlns:a16="http://schemas.microsoft.com/office/drawing/2014/main" id="{CD50625D-D1D2-4BED-A57E-AF2558964A5D}"/>
              </a:ext>
            </a:extLst>
          </p:cNvPr>
          <p:cNvSpPr>
            <a:spLocks noGrp="1"/>
          </p:cNvSpPr>
          <p:nvPr>
            <p:ph type="body" idx="15"/>
          </p:nvPr>
        </p:nvSpPr>
        <p:spPr>
          <a:xfrm>
            <a:off x="3380814" y="2268166"/>
            <a:ext cx="2382371" cy="392482"/>
          </a:xfrm>
        </p:spPr>
        <p:txBody>
          <a:bodyPr>
            <a:noAutofit/>
          </a:bodyPr>
          <a:lstStyle>
            <a:lvl1pPr marL="0" indent="0" algn="ctr">
              <a:buNone/>
              <a:defRPr sz="1400">
                <a:solidFill>
                  <a:schemeClr val="bg1"/>
                </a:solidFill>
                <a:latin typeface="Raleway" pitchFamily="2" charset="0"/>
                <a:ea typeface="Roboto" panose="02000000000000000000" pitchFamily="2" charset="0"/>
                <a:cs typeface="Raleway" pitchFamily="2"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19" name="Text Placeholder 2">
            <a:extLst>
              <a:ext uri="{FF2B5EF4-FFF2-40B4-BE49-F238E27FC236}">
                <a16:creationId xmlns:a16="http://schemas.microsoft.com/office/drawing/2014/main" id="{79B24D4A-24D4-4C19-B8E4-B7B34D055A22}"/>
              </a:ext>
            </a:extLst>
          </p:cNvPr>
          <p:cNvSpPr>
            <a:spLocks noGrp="1"/>
          </p:cNvSpPr>
          <p:nvPr>
            <p:ph type="body" idx="16"/>
          </p:nvPr>
        </p:nvSpPr>
        <p:spPr>
          <a:xfrm>
            <a:off x="3380814" y="1878288"/>
            <a:ext cx="2382371"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0" name="Text Placeholder 2">
            <a:extLst>
              <a:ext uri="{FF2B5EF4-FFF2-40B4-BE49-F238E27FC236}">
                <a16:creationId xmlns:a16="http://schemas.microsoft.com/office/drawing/2014/main" id="{AF97CD13-C2D8-4DF9-B701-0C88073DB5E7}"/>
              </a:ext>
            </a:extLst>
          </p:cNvPr>
          <p:cNvSpPr>
            <a:spLocks noGrp="1"/>
          </p:cNvSpPr>
          <p:nvPr>
            <p:ph type="body" idx="17"/>
          </p:nvPr>
        </p:nvSpPr>
        <p:spPr>
          <a:xfrm>
            <a:off x="4212582" y="1322702"/>
            <a:ext cx="718836" cy="392482"/>
          </a:xfrm>
        </p:spPr>
        <p:txBody>
          <a:bodyPr>
            <a:noAutofit/>
          </a:bodyPr>
          <a:lstStyle>
            <a:lvl1pPr marL="0" indent="0" algn="ctr">
              <a:buNone/>
              <a:defRPr sz="2500">
                <a:solidFill>
                  <a:schemeClr val="tx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1" name="Text Placeholder 2">
            <a:extLst>
              <a:ext uri="{FF2B5EF4-FFF2-40B4-BE49-F238E27FC236}">
                <a16:creationId xmlns:a16="http://schemas.microsoft.com/office/drawing/2014/main" id="{4529610B-4413-481B-B9E0-8FEBA647F1CE}"/>
              </a:ext>
            </a:extLst>
          </p:cNvPr>
          <p:cNvSpPr>
            <a:spLocks noGrp="1"/>
          </p:cNvSpPr>
          <p:nvPr>
            <p:ph type="body" idx="18"/>
          </p:nvPr>
        </p:nvSpPr>
        <p:spPr>
          <a:xfrm>
            <a:off x="3380812" y="4038514"/>
            <a:ext cx="2382371" cy="392482"/>
          </a:xfrm>
        </p:spPr>
        <p:txBody>
          <a:bodyPr>
            <a:noAutofit/>
          </a:bodyPr>
          <a:lstStyle>
            <a:lvl1pPr marL="0" indent="0" algn="ctr">
              <a:buNone/>
              <a:defRPr sz="1400">
                <a:solidFill>
                  <a:schemeClr val="bg1"/>
                </a:solidFill>
                <a:latin typeface="Raleway" pitchFamily="2" charset="0"/>
                <a:ea typeface="Roboto" panose="02000000000000000000" pitchFamily="2" charset="0"/>
                <a:cs typeface="Raleway" pitchFamily="2"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2" name="Text Placeholder 2">
            <a:extLst>
              <a:ext uri="{FF2B5EF4-FFF2-40B4-BE49-F238E27FC236}">
                <a16:creationId xmlns:a16="http://schemas.microsoft.com/office/drawing/2014/main" id="{79E34447-83CD-4552-9429-F4C44AEEADE0}"/>
              </a:ext>
            </a:extLst>
          </p:cNvPr>
          <p:cNvSpPr>
            <a:spLocks noGrp="1"/>
          </p:cNvSpPr>
          <p:nvPr>
            <p:ph type="body" idx="19"/>
          </p:nvPr>
        </p:nvSpPr>
        <p:spPr>
          <a:xfrm>
            <a:off x="3380812" y="3648636"/>
            <a:ext cx="2382371"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3" name="Text Placeholder 2">
            <a:extLst>
              <a:ext uri="{FF2B5EF4-FFF2-40B4-BE49-F238E27FC236}">
                <a16:creationId xmlns:a16="http://schemas.microsoft.com/office/drawing/2014/main" id="{2D68B7FF-8382-40DA-B2CD-B737321134AF}"/>
              </a:ext>
            </a:extLst>
          </p:cNvPr>
          <p:cNvSpPr>
            <a:spLocks noGrp="1"/>
          </p:cNvSpPr>
          <p:nvPr>
            <p:ph type="body" idx="20"/>
          </p:nvPr>
        </p:nvSpPr>
        <p:spPr>
          <a:xfrm>
            <a:off x="4212580" y="3102892"/>
            <a:ext cx="718836" cy="392482"/>
          </a:xfrm>
        </p:spPr>
        <p:txBody>
          <a:bodyPr>
            <a:noAutofit/>
          </a:bodyPr>
          <a:lstStyle>
            <a:lvl1pPr marL="0" indent="0" algn="ctr">
              <a:buNone/>
              <a:defRPr sz="2500">
                <a:solidFill>
                  <a:schemeClr val="tx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4" name="Text Placeholder 2">
            <a:extLst>
              <a:ext uri="{FF2B5EF4-FFF2-40B4-BE49-F238E27FC236}">
                <a16:creationId xmlns:a16="http://schemas.microsoft.com/office/drawing/2014/main" id="{C1443ACC-3C2E-43B1-9C41-F1B650BA568E}"/>
              </a:ext>
            </a:extLst>
          </p:cNvPr>
          <p:cNvSpPr>
            <a:spLocks noGrp="1"/>
          </p:cNvSpPr>
          <p:nvPr>
            <p:ph type="body" idx="21"/>
          </p:nvPr>
        </p:nvSpPr>
        <p:spPr>
          <a:xfrm>
            <a:off x="723900" y="4038514"/>
            <a:ext cx="2382370" cy="392482"/>
          </a:xfrm>
        </p:spPr>
        <p:txBody>
          <a:bodyPr>
            <a:noAutofit/>
          </a:bodyPr>
          <a:lstStyle>
            <a:lvl1pPr marL="0" indent="0" algn="ctr">
              <a:buNone/>
              <a:defRPr sz="1400">
                <a:solidFill>
                  <a:schemeClr val="bg1"/>
                </a:solidFill>
                <a:latin typeface="Raleway" pitchFamily="2" charset="0"/>
                <a:ea typeface="Roboto" panose="02000000000000000000" pitchFamily="2" charset="0"/>
                <a:cs typeface="Raleway" pitchFamily="2"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5" name="Text Placeholder 2">
            <a:extLst>
              <a:ext uri="{FF2B5EF4-FFF2-40B4-BE49-F238E27FC236}">
                <a16:creationId xmlns:a16="http://schemas.microsoft.com/office/drawing/2014/main" id="{B307829D-4950-496A-B2D0-D6A3A027FF4A}"/>
              </a:ext>
            </a:extLst>
          </p:cNvPr>
          <p:cNvSpPr>
            <a:spLocks noGrp="1"/>
          </p:cNvSpPr>
          <p:nvPr>
            <p:ph type="body" idx="22"/>
          </p:nvPr>
        </p:nvSpPr>
        <p:spPr>
          <a:xfrm>
            <a:off x="723900" y="3648636"/>
            <a:ext cx="2382370"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6" name="Text Placeholder 2">
            <a:extLst>
              <a:ext uri="{FF2B5EF4-FFF2-40B4-BE49-F238E27FC236}">
                <a16:creationId xmlns:a16="http://schemas.microsoft.com/office/drawing/2014/main" id="{0A44834D-2338-486D-8D4E-217E192CEA8D}"/>
              </a:ext>
            </a:extLst>
          </p:cNvPr>
          <p:cNvSpPr>
            <a:spLocks noGrp="1"/>
          </p:cNvSpPr>
          <p:nvPr>
            <p:ph type="body" idx="23"/>
          </p:nvPr>
        </p:nvSpPr>
        <p:spPr>
          <a:xfrm>
            <a:off x="1530956" y="3102892"/>
            <a:ext cx="768258" cy="392482"/>
          </a:xfrm>
        </p:spPr>
        <p:txBody>
          <a:bodyPr>
            <a:noAutofit/>
          </a:bodyPr>
          <a:lstStyle>
            <a:lvl1pPr marL="0" indent="0" algn="ctr">
              <a:buNone/>
              <a:defRPr sz="2500">
                <a:solidFill>
                  <a:schemeClr val="tx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7" name="Text Placeholder 2">
            <a:extLst>
              <a:ext uri="{FF2B5EF4-FFF2-40B4-BE49-F238E27FC236}">
                <a16:creationId xmlns:a16="http://schemas.microsoft.com/office/drawing/2014/main" id="{45A5E3BD-D36D-462B-9931-D9195B690156}"/>
              </a:ext>
            </a:extLst>
          </p:cNvPr>
          <p:cNvSpPr>
            <a:spLocks noGrp="1"/>
          </p:cNvSpPr>
          <p:nvPr>
            <p:ph type="body" idx="24"/>
          </p:nvPr>
        </p:nvSpPr>
        <p:spPr>
          <a:xfrm>
            <a:off x="6037729" y="2268166"/>
            <a:ext cx="2382371" cy="392482"/>
          </a:xfrm>
        </p:spPr>
        <p:txBody>
          <a:bodyPr>
            <a:noAutofit/>
          </a:bodyPr>
          <a:lstStyle>
            <a:lvl1pPr marL="0" indent="0" algn="ctr">
              <a:buNone/>
              <a:defRPr sz="1400">
                <a:solidFill>
                  <a:schemeClr val="bg1"/>
                </a:solidFill>
                <a:latin typeface="Raleway" pitchFamily="2" charset="0"/>
                <a:ea typeface="Roboto" panose="02000000000000000000" pitchFamily="2" charset="0"/>
                <a:cs typeface="Raleway" pitchFamily="2"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8" name="Text Placeholder 2">
            <a:extLst>
              <a:ext uri="{FF2B5EF4-FFF2-40B4-BE49-F238E27FC236}">
                <a16:creationId xmlns:a16="http://schemas.microsoft.com/office/drawing/2014/main" id="{71EAF7C4-F68C-4E82-B6FB-632C5315F16C}"/>
              </a:ext>
            </a:extLst>
          </p:cNvPr>
          <p:cNvSpPr>
            <a:spLocks noGrp="1"/>
          </p:cNvSpPr>
          <p:nvPr>
            <p:ph type="body" idx="25"/>
          </p:nvPr>
        </p:nvSpPr>
        <p:spPr>
          <a:xfrm>
            <a:off x="6037729" y="1878288"/>
            <a:ext cx="2382371"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29" name="Text Placeholder 2">
            <a:extLst>
              <a:ext uri="{FF2B5EF4-FFF2-40B4-BE49-F238E27FC236}">
                <a16:creationId xmlns:a16="http://schemas.microsoft.com/office/drawing/2014/main" id="{FCD37443-42DE-4EB8-B028-2A4A05A54410}"/>
              </a:ext>
            </a:extLst>
          </p:cNvPr>
          <p:cNvSpPr>
            <a:spLocks noGrp="1"/>
          </p:cNvSpPr>
          <p:nvPr>
            <p:ph type="body" idx="26"/>
          </p:nvPr>
        </p:nvSpPr>
        <p:spPr>
          <a:xfrm>
            <a:off x="6844785" y="1337629"/>
            <a:ext cx="768260" cy="392482"/>
          </a:xfrm>
        </p:spPr>
        <p:txBody>
          <a:bodyPr>
            <a:noAutofit/>
          </a:bodyPr>
          <a:lstStyle>
            <a:lvl1pPr marL="0" indent="0" algn="ctr">
              <a:buNone/>
              <a:defRPr sz="2500">
                <a:solidFill>
                  <a:schemeClr val="tx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30" name="Text Placeholder 2">
            <a:extLst>
              <a:ext uri="{FF2B5EF4-FFF2-40B4-BE49-F238E27FC236}">
                <a16:creationId xmlns:a16="http://schemas.microsoft.com/office/drawing/2014/main" id="{33ED8247-8A60-4F97-9516-3B9C037C6EE7}"/>
              </a:ext>
            </a:extLst>
          </p:cNvPr>
          <p:cNvSpPr>
            <a:spLocks noGrp="1"/>
          </p:cNvSpPr>
          <p:nvPr>
            <p:ph type="body" idx="27"/>
          </p:nvPr>
        </p:nvSpPr>
        <p:spPr>
          <a:xfrm>
            <a:off x="6037727" y="4038514"/>
            <a:ext cx="2382371" cy="392482"/>
          </a:xfrm>
        </p:spPr>
        <p:txBody>
          <a:bodyPr>
            <a:noAutofit/>
          </a:bodyPr>
          <a:lstStyle>
            <a:lvl1pPr marL="0" indent="0" algn="ctr">
              <a:buNone/>
              <a:defRPr sz="1400">
                <a:solidFill>
                  <a:schemeClr val="bg1"/>
                </a:solidFill>
                <a:latin typeface="Raleway" pitchFamily="2" charset="0"/>
                <a:ea typeface="Roboto" panose="02000000000000000000" pitchFamily="2" charset="0"/>
                <a:cs typeface="Raleway" pitchFamily="2"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31" name="Text Placeholder 2">
            <a:extLst>
              <a:ext uri="{FF2B5EF4-FFF2-40B4-BE49-F238E27FC236}">
                <a16:creationId xmlns:a16="http://schemas.microsoft.com/office/drawing/2014/main" id="{0DEF99B9-D30D-41AE-B8A8-8B2890B30583}"/>
              </a:ext>
            </a:extLst>
          </p:cNvPr>
          <p:cNvSpPr>
            <a:spLocks noGrp="1"/>
          </p:cNvSpPr>
          <p:nvPr>
            <p:ph type="body" idx="28"/>
          </p:nvPr>
        </p:nvSpPr>
        <p:spPr>
          <a:xfrm>
            <a:off x="6037727" y="3648636"/>
            <a:ext cx="2382371"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32" name="Text Placeholder 2">
            <a:extLst>
              <a:ext uri="{FF2B5EF4-FFF2-40B4-BE49-F238E27FC236}">
                <a16:creationId xmlns:a16="http://schemas.microsoft.com/office/drawing/2014/main" id="{0F6ABCAC-9A16-43FC-8462-46F5D05EA130}"/>
              </a:ext>
            </a:extLst>
          </p:cNvPr>
          <p:cNvSpPr>
            <a:spLocks noGrp="1"/>
          </p:cNvSpPr>
          <p:nvPr>
            <p:ph type="body" idx="29"/>
          </p:nvPr>
        </p:nvSpPr>
        <p:spPr>
          <a:xfrm>
            <a:off x="6844783" y="3098134"/>
            <a:ext cx="768260" cy="392482"/>
          </a:xfrm>
        </p:spPr>
        <p:txBody>
          <a:bodyPr>
            <a:noAutofit/>
          </a:bodyPr>
          <a:lstStyle>
            <a:lvl1pPr marL="0" indent="0" algn="ctr">
              <a:buNone/>
              <a:defRPr sz="2500">
                <a:solidFill>
                  <a:schemeClr val="tx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841371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three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216C9-25F2-4E9A-9F78-0530A54C49E8}"/>
              </a:ext>
            </a:extLst>
          </p:cNvPr>
          <p:cNvSpPr>
            <a:spLocks noGrp="1"/>
          </p:cNvSpPr>
          <p:nvPr>
            <p:ph type="title"/>
          </p:nvPr>
        </p:nvSpPr>
        <p:spPr/>
        <p:txBody>
          <a:bodyPr/>
          <a:lstStyle/>
          <a:p>
            <a:r>
              <a:rPr lang="en-US" dirty="0"/>
              <a:t>Click to edit Master title style</a:t>
            </a:r>
          </a:p>
        </p:txBody>
      </p:sp>
      <p:sp>
        <p:nvSpPr>
          <p:cNvPr id="6" name="Content Placeholder 2">
            <a:extLst>
              <a:ext uri="{FF2B5EF4-FFF2-40B4-BE49-F238E27FC236}">
                <a16:creationId xmlns:a16="http://schemas.microsoft.com/office/drawing/2014/main" id="{B55ED5E6-9651-4767-9A5B-CB3879448282}"/>
              </a:ext>
            </a:extLst>
          </p:cNvPr>
          <p:cNvSpPr>
            <a:spLocks noGrp="1"/>
          </p:cNvSpPr>
          <p:nvPr>
            <p:ph sz="half" idx="1"/>
          </p:nvPr>
        </p:nvSpPr>
        <p:spPr>
          <a:xfrm>
            <a:off x="817925" y="3375245"/>
            <a:ext cx="2444540" cy="591377"/>
          </a:xfrm>
        </p:spPr>
        <p:txBody>
          <a:bodyPr>
            <a:noAutofit/>
          </a:bodyPr>
          <a:lstStyle>
            <a:lvl1pPr marL="0" indent="0" algn="ctr">
              <a:buNone/>
              <a:defRPr sz="1400"/>
            </a:lvl1pPr>
            <a:lvl2pPr algn="ctr">
              <a:defRPr sz="1400"/>
            </a:lvl2pPr>
            <a:lvl3pPr algn="ctr">
              <a:defRPr sz="1400"/>
            </a:lvl3pPr>
            <a:lvl4pPr algn="ctr">
              <a:defRPr sz="1400"/>
            </a:lvl4pPr>
            <a:lvl5pPr algn="ct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2AEA3490-67CC-4B49-867B-59A5F0527F71}"/>
              </a:ext>
            </a:extLst>
          </p:cNvPr>
          <p:cNvSpPr>
            <a:spLocks noGrp="1"/>
          </p:cNvSpPr>
          <p:nvPr>
            <p:ph sz="half" idx="2"/>
          </p:nvPr>
        </p:nvSpPr>
        <p:spPr>
          <a:xfrm>
            <a:off x="3360177" y="3375245"/>
            <a:ext cx="2444540" cy="591377"/>
          </a:xfrm>
        </p:spPr>
        <p:txBody>
          <a:bodyPr>
            <a:noAutofit/>
          </a:bodyPr>
          <a:lstStyle>
            <a:lvl1pPr marL="0" indent="0" algn="ctr">
              <a:buNone/>
              <a:defRPr sz="1400"/>
            </a:lvl1pPr>
            <a:lvl2pPr algn="ctr">
              <a:defRPr sz="1400"/>
            </a:lvl2pPr>
            <a:lvl3pPr algn="ctr">
              <a:defRPr sz="1400"/>
            </a:lvl3pPr>
            <a:lvl4pPr algn="ctr">
              <a:defRPr sz="1400"/>
            </a:lvl4pPr>
            <a:lvl5pPr algn="ct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a:extLst>
              <a:ext uri="{FF2B5EF4-FFF2-40B4-BE49-F238E27FC236}">
                <a16:creationId xmlns:a16="http://schemas.microsoft.com/office/drawing/2014/main" id="{F44A65C1-537A-49EC-B360-2884C343A26E}"/>
              </a:ext>
            </a:extLst>
          </p:cNvPr>
          <p:cNvSpPr>
            <a:spLocks noGrp="1"/>
          </p:cNvSpPr>
          <p:nvPr>
            <p:ph type="body" idx="14"/>
          </p:nvPr>
        </p:nvSpPr>
        <p:spPr>
          <a:xfrm>
            <a:off x="907029" y="2915611"/>
            <a:ext cx="2266333"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9" name="Text Placeholder 2">
            <a:extLst>
              <a:ext uri="{FF2B5EF4-FFF2-40B4-BE49-F238E27FC236}">
                <a16:creationId xmlns:a16="http://schemas.microsoft.com/office/drawing/2014/main" id="{4A576A6E-6F7A-44AB-90FE-92E4056E8F3B}"/>
              </a:ext>
            </a:extLst>
          </p:cNvPr>
          <p:cNvSpPr>
            <a:spLocks noGrp="1"/>
          </p:cNvSpPr>
          <p:nvPr>
            <p:ph type="body" idx="17"/>
          </p:nvPr>
        </p:nvSpPr>
        <p:spPr>
          <a:xfrm>
            <a:off x="3449281" y="2913933"/>
            <a:ext cx="2266333"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10" name="Content Placeholder 3">
            <a:extLst>
              <a:ext uri="{FF2B5EF4-FFF2-40B4-BE49-F238E27FC236}">
                <a16:creationId xmlns:a16="http://schemas.microsoft.com/office/drawing/2014/main" id="{8ABFA7B1-3F38-4BB3-990D-E15E1AAD4718}"/>
              </a:ext>
            </a:extLst>
          </p:cNvPr>
          <p:cNvSpPr>
            <a:spLocks noGrp="1"/>
          </p:cNvSpPr>
          <p:nvPr>
            <p:ph sz="half" idx="18"/>
          </p:nvPr>
        </p:nvSpPr>
        <p:spPr>
          <a:xfrm>
            <a:off x="5902429" y="3375245"/>
            <a:ext cx="2444540" cy="591377"/>
          </a:xfrm>
        </p:spPr>
        <p:txBody>
          <a:bodyPr>
            <a:noAutofit/>
          </a:bodyPr>
          <a:lstStyle>
            <a:lvl1pPr marL="0" indent="0" algn="ctr">
              <a:buNone/>
              <a:defRPr sz="1400"/>
            </a:lvl1pPr>
            <a:lvl2pPr algn="ctr">
              <a:defRPr sz="1400"/>
            </a:lvl2pPr>
            <a:lvl3pPr algn="ctr">
              <a:defRPr sz="1400"/>
            </a:lvl3pPr>
            <a:lvl4pPr algn="ctr">
              <a:defRPr sz="1400"/>
            </a:lvl4pPr>
            <a:lvl5pPr algn="ct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10E1E2C2-B2A4-4196-9BED-46BB448A9BBA}"/>
              </a:ext>
            </a:extLst>
          </p:cNvPr>
          <p:cNvSpPr>
            <a:spLocks noGrp="1"/>
          </p:cNvSpPr>
          <p:nvPr>
            <p:ph type="body" idx="19"/>
          </p:nvPr>
        </p:nvSpPr>
        <p:spPr>
          <a:xfrm>
            <a:off x="5991533" y="2909783"/>
            <a:ext cx="2266333" cy="392482"/>
          </a:xfrm>
        </p:spPr>
        <p:txBody>
          <a:bodyPr>
            <a:noAutofit/>
          </a:bodyPr>
          <a:lstStyle>
            <a:lvl1pPr marL="0" indent="0" algn="ctr">
              <a:buNone/>
              <a:defRPr sz="2300">
                <a:solidFill>
                  <a:schemeClr val="bg1"/>
                </a:solidFill>
                <a:latin typeface="Space Mono" panose="02000509040000020004" pitchFamily="49"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787130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title only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2F3F980-8238-4F11-A848-62E76B22E55E}"/>
              </a:ext>
            </a:extLst>
          </p:cNvPr>
          <p:cNvSpPr>
            <a:spLocks noGrp="1"/>
          </p:cNvSpPr>
          <p:nvPr>
            <p:ph type="dt" sz="half" idx="10"/>
          </p:nvPr>
        </p:nvSpPr>
        <p:spPr/>
        <p:txBody>
          <a:bodyPr/>
          <a:lstStyle/>
          <a:p>
            <a:fld id="{9513EFF7-90E2-431F-8E31-BA0CE4C55B2F}" type="datetimeFigureOut">
              <a:rPr lang="en-US" smtClean="0"/>
              <a:t>5/6/2024</a:t>
            </a:fld>
            <a:endParaRPr lang="en-US" dirty="0"/>
          </a:p>
        </p:txBody>
      </p:sp>
      <p:sp>
        <p:nvSpPr>
          <p:cNvPr id="4" name="Marcador de pie de página 3">
            <a:extLst>
              <a:ext uri="{FF2B5EF4-FFF2-40B4-BE49-F238E27FC236}">
                <a16:creationId xmlns:a16="http://schemas.microsoft.com/office/drawing/2014/main" id="{07F08DDD-1203-48E6-A5A3-4A526A744D6B}"/>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C16166B5-206E-42C4-9A86-357F83C3B641}"/>
              </a:ext>
            </a:extLst>
          </p:cNvPr>
          <p:cNvSpPr>
            <a:spLocks noGrp="1"/>
          </p:cNvSpPr>
          <p:nvPr>
            <p:ph type="sldNum" sz="quarter" idx="12"/>
          </p:nvPr>
        </p:nvSpPr>
        <p:spPr/>
        <p:txBody>
          <a:bodyPr/>
          <a:lstStyle/>
          <a:p>
            <a:fld id="{5E0CEFFA-EA14-4325-A0F4-7973582784D2}" type="slidenum">
              <a:rPr lang="en-US" smtClean="0"/>
              <a:t>‹#›</a:t>
            </a:fld>
            <a:endParaRPr lang="en-US" dirty="0"/>
          </a:p>
        </p:txBody>
      </p:sp>
      <p:sp>
        <p:nvSpPr>
          <p:cNvPr id="6" name="Title 1">
            <a:extLst>
              <a:ext uri="{FF2B5EF4-FFF2-40B4-BE49-F238E27FC236}">
                <a16:creationId xmlns:a16="http://schemas.microsoft.com/office/drawing/2014/main" id="{D93BAD85-7EEE-48DB-AA7B-3D5AF2BC5557}"/>
              </a:ext>
            </a:extLst>
          </p:cNvPr>
          <p:cNvSpPr>
            <a:spLocks noGrp="1"/>
          </p:cNvSpPr>
          <p:nvPr>
            <p:ph type="title"/>
          </p:nvPr>
        </p:nvSpPr>
        <p:spPr>
          <a:xfrm>
            <a:off x="723900" y="552450"/>
            <a:ext cx="7696200" cy="715566"/>
          </a:xfrm>
        </p:spPr>
        <p:txBody>
          <a:bodyPr/>
          <a:lstStyle>
            <a:lvl1pPr>
              <a:defRPr>
                <a:solidFill>
                  <a:schemeClr val="bg1"/>
                </a:solidFill>
                <a:latin typeface="Space Mono" panose="02000509040000020004" pitchFamily="49" charset="0"/>
              </a:defRPr>
            </a:lvl1pPr>
          </a:lstStyle>
          <a:p>
            <a:r>
              <a:rPr lang="en-US" dirty="0"/>
              <a:t>Click to edit Master title style</a:t>
            </a:r>
          </a:p>
        </p:txBody>
      </p:sp>
    </p:spTree>
    <p:extLst>
      <p:ext uri="{BB962C8B-B14F-4D97-AF65-F5344CB8AC3E}">
        <p14:creationId xmlns:p14="http://schemas.microsoft.com/office/powerpoint/2010/main" val="9831500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title onl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2F3F980-8238-4F11-A848-62E76B22E55E}"/>
              </a:ext>
            </a:extLst>
          </p:cNvPr>
          <p:cNvSpPr>
            <a:spLocks noGrp="1"/>
          </p:cNvSpPr>
          <p:nvPr>
            <p:ph type="dt" sz="half" idx="10"/>
          </p:nvPr>
        </p:nvSpPr>
        <p:spPr/>
        <p:txBody>
          <a:bodyPr/>
          <a:lstStyle/>
          <a:p>
            <a:fld id="{9513EFF7-90E2-431F-8E31-BA0CE4C55B2F}" type="datetimeFigureOut">
              <a:rPr lang="en-US" smtClean="0"/>
              <a:t>5/6/2024</a:t>
            </a:fld>
            <a:endParaRPr lang="en-US" dirty="0"/>
          </a:p>
        </p:txBody>
      </p:sp>
      <p:sp>
        <p:nvSpPr>
          <p:cNvPr id="4" name="Marcador de pie de página 3">
            <a:extLst>
              <a:ext uri="{FF2B5EF4-FFF2-40B4-BE49-F238E27FC236}">
                <a16:creationId xmlns:a16="http://schemas.microsoft.com/office/drawing/2014/main" id="{07F08DDD-1203-48E6-A5A3-4A526A744D6B}"/>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C16166B5-206E-42C4-9A86-357F83C3B641}"/>
              </a:ext>
            </a:extLst>
          </p:cNvPr>
          <p:cNvSpPr>
            <a:spLocks noGrp="1"/>
          </p:cNvSpPr>
          <p:nvPr>
            <p:ph type="sldNum" sz="quarter" idx="12"/>
          </p:nvPr>
        </p:nvSpPr>
        <p:spPr/>
        <p:txBody>
          <a:bodyPr/>
          <a:lstStyle/>
          <a:p>
            <a:fld id="{5E0CEFFA-EA14-4325-A0F4-7973582784D2}" type="slidenum">
              <a:rPr lang="en-US" smtClean="0"/>
              <a:t>‹#›</a:t>
            </a:fld>
            <a:endParaRPr lang="en-US" dirty="0"/>
          </a:p>
        </p:txBody>
      </p:sp>
      <p:sp>
        <p:nvSpPr>
          <p:cNvPr id="6" name="Title 1">
            <a:extLst>
              <a:ext uri="{FF2B5EF4-FFF2-40B4-BE49-F238E27FC236}">
                <a16:creationId xmlns:a16="http://schemas.microsoft.com/office/drawing/2014/main" id="{D93BAD85-7EEE-48DB-AA7B-3D5AF2BC5557}"/>
              </a:ext>
            </a:extLst>
          </p:cNvPr>
          <p:cNvSpPr>
            <a:spLocks noGrp="1"/>
          </p:cNvSpPr>
          <p:nvPr>
            <p:ph type="title"/>
          </p:nvPr>
        </p:nvSpPr>
        <p:spPr>
          <a:xfrm>
            <a:off x="723900" y="552450"/>
            <a:ext cx="7696200" cy="715566"/>
          </a:xfrm>
        </p:spPr>
        <p:txBody>
          <a:bodyPr/>
          <a:lstStyle>
            <a:lvl1pPr>
              <a:defRPr>
                <a:solidFill>
                  <a:schemeClr val="bg1"/>
                </a:solidFill>
                <a:latin typeface="Space Mono" panose="02000509040000020004" pitchFamily="49" charset="0"/>
              </a:defRPr>
            </a:lvl1pPr>
          </a:lstStyle>
          <a:p>
            <a:r>
              <a:rPr lang="en-US" dirty="0"/>
              <a:t>Click to edit Master title style</a:t>
            </a:r>
          </a:p>
        </p:txBody>
      </p:sp>
    </p:spTree>
    <p:extLst>
      <p:ext uri="{BB962C8B-B14F-4D97-AF65-F5344CB8AC3E}">
        <p14:creationId xmlns:p14="http://schemas.microsoft.com/office/powerpoint/2010/main" val="40566907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8022307C-D1BA-4FEF-809E-8A95C9EBD256}"/>
              </a:ext>
            </a:extLst>
          </p:cNvPr>
          <p:cNvSpPr>
            <a:spLocks noGrp="1"/>
          </p:cNvSpPr>
          <p:nvPr>
            <p:ph type="dt" sz="half" idx="10"/>
          </p:nvPr>
        </p:nvSpPr>
        <p:spPr/>
        <p:txBody>
          <a:bodyPr/>
          <a:lstStyle/>
          <a:p>
            <a:fld id="{9513EFF7-90E2-431F-8E31-BA0CE4C55B2F}" type="datetimeFigureOut">
              <a:rPr lang="en-US" smtClean="0"/>
              <a:t>5/6/2024</a:t>
            </a:fld>
            <a:endParaRPr lang="en-US" dirty="0"/>
          </a:p>
        </p:txBody>
      </p:sp>
      <p:sp>
        <p:nvSpPr>
          <p:cNvPr id="4" name="Marcador de pie de página 3">
            <a:extLst>
              <a:ext uri="{FF2B5EF4-FFF2-40B4-BE49-F238E27FC236}">
                <a16:creationId xmlns:a16="http://schemas.microsoft.com/office/drawing/2014/main" id="{B5B13404-378A-4961-A564-2DBFEA6027C0}"/>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AD1596C8-8C93-4309-981A-9C71361DCEB5}"/>
              </a:ext>
            </a:extLst>
          </p:cNvPr>
          <p:cNvSpPr>
            <a:spLocks noGrp="1"/>
          </p:cNvSpPr>
          <p:nvPr>
            <p:ph type="sldNum" sz="quarter" idx="12"/>
          </p:nvPr>
        </p:nvSpPr>
        <p:spPr/>
        <p:txBody>
          <a:bodyPr/>
          <a:lstStyle/>
          <a:p>
            <a:fld id="{5E0CEFFA-EA14-4325-A0F4-7973582784D2}" type="slidenum">
              <a:rPr lang="en-US" smtClean="0"/>
              <a:t>‹#›</a:t>
            </a:fld>
            <a:endParaRPr lang="en-US" dirty="0"/>
          </a:p>
        </p:txBody>
      </p:sp>
      <p:sp>
        <p:nvSpPr>
          <p:cNvPr id="6" name="Title 1">
            <a:extLst>
              <a:ext uri="{FF2B5EF4-FFF2-40B4-BE49-F238E27FC236}">
                <a16:creationId xmlns:a16="http://schemas.microsoft.com/office/drawing/2014/main" id="{FF665872-762E-4CFE-832B-CFA1A20145B4}"/>
              </a:ext>
            </a:extLst>
          </p:cNvPr>
          <p:cNvSpPr>
            <a:spLocks noGrp="1"/>
          </p:cNvSpPr>
          <p:nvPr>
            <p:ph type="title"/>
          </p:nvPr>
        </p:nvSpPr>
        <p:spPr>
          <a:xfrm>
            <a:off x="723900" y="552450"/>
            <a:ext cx="7696200" cy="715566"/>
          </a:xfrm>
        </p:spPr>
        <p:txBody>
          <a:bodyPr/>
          <a:lstStyle>
            <a:lvl1pPr>
              <a:defRPr>
                <a:solidFill>
                  <a:schemeClr val="bg1"/>
                </a:solidFill>
                <a:latin typeface="Space Mono" panose="02000509040000020004" pitchFamily="49" charset="0"/>
              </a:defRPr>
            </a:lvl1pPr>
          </a:lstStyle>
          <a:p>
            <a:r>
              <a:rPr lang="en-US" dirty="0"/>
              <a:t>Click to edit Master title style</a:t>
            </a:r>
          </a:p>
        </p:txBody>
      </p:sp>
      <p:sp>
        <p:nvSpPr>
          <p:cNvPr id="7" name="Content Placeholder 2">
            <a:extLst>
              <a:ext uri="{FF2B5EF4-FFF2-40B4-BE49-F238E27FC236}">
                <a16:creationId xmlns:a16="http://schemas.microsoft.com/office/drawing/2014/main" id="{E132BA63-80E7-4035-9BA9-1B7B57FE9257}"/>
              </a:ext>
            </a:extLst>
          </p:cNvPr>
          <p:cNvSpPr>
            <a:spLocks noGrp="1"/>
          </p:cNvSpPr>
          <p:nvPr>
            <p:ph idx="1"/>
          </p:nvPr>
        </p:nvSpPr>
        <p:spPr>
          <a:xfrm>
            <a:off x="723900" y="1268017"/>
            <a:ext cx="7696200" cy="3323034"/>
          </a:xfrm>
        </p:spPr>
        <p:txBody>
          <a:bodyPr>
            <a:noAutofit/>
          </a:bodyPr>
          <a:lstStyle>
            <a:lvl1pPr marL="0" indent="0">
              <a:buNone/>
              <a:defRPr sz="1400">
                <a:solidFill>
                  <a:schemeClr val="bg1"/>
                </a:solidFill>
                <a:latin typeface="Raleway" pitchFamily="2" charset="0"/>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US" dirty="0"/>
              <a:t>Click to edit Master text styles</a:t>
            </a:r>
          </a:p>
          <a:p>
            <a:pPr lvl="0"/>
            <a:r>
              <a:rPr lang="en-US" dirty="0"/>
              <a:t>Second level</a:t>
            </a:r>
          </a:p>
          <a:p>
            <a:pPr lvl="0"/>
            <a:r>
              <a:rPr lang="en-US" dirty="0"/>
              <a:t>Third level</a:t>
            </a:r>
          </a:p>
          <a:p>
            <a:pPr lvl="0"/>
            <a:r>
              <a:rPr lang="en-US" dirty="0"/>
              <a:t>Fourth level</a:t>
            </a:r>
          </a:p>
          <a:p>
            <a:pPr lvl="0"/>
            <a:r>
              <a:rPr lang="en-US" dirty="0"/>
              <a:t>Fifth level</a:t>
            </a:r>
          </a:p>
        </p:txBody>
      </p:sp>
    </p:spTree>
    <p:extLst>
      <p:ext uri="{BB962C8B-B14F-4D97-AF65-F5344CB8AC3E}">
        <p14:creationId xmlns:p14="http://schemas.microsoft.com/office/powerpoint/2010/main" val="14801757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5C77C-9605-4FAE-AC0A-22A7D3427836}"/>
              </a:ext>
            </a:extLst>
          </p:cNvPr>
          <p:cNvSpPr>
            <a:spLocks noGrp="1"/>
          </p:cNvSpPr>
          <p:nvPr>
            <p:ph type="title"/>
          </p:nvPr>
        </p:nvSpPr>
        <p:spPr>
          <a:xfrm>
            <a:off x="723900" y="785479"/>
            <a:ext cx="7696200" cy="922389"/>
          </a:xfrm>
        </p:spPr>
        <p:txBody>
          <a:bodyPr>
            <a:noAutofit/>
          </a:bodyPr>
          <a:lstStyle>
            <a:lvl1pPr algn="ctr">
              <a:defRPr sz="6600"/>
            </a:lvl1pPr>
          </a:lstStyle>
          <a:p>
            <a:r>
              <a:rPr lang="en-US" dirty="0"/>
              <a:t>Click to edit Master title style</a:t>
            </a:r>
          </a:p>
        </p:txBody>
      </p:sp>
      <p:sp>
        <p:nvSpPr>
          <p:cNvPr id="6" name="Google Shape;135;p24">
            <a:extLst>
              <a:ext uri="{FF2B5EF4-FFF2-40B4-BE49-F238E27FC236}">
                <a16:creationId xmlns:a16="http://schemas.microsoft.com/office/drawing/2014/main" id="{651A2E26-AA59-4BEA-B8D5-AB7940BBE046}"/>
              </a:ext>
            </a:extLst>
          </p:cNvPr>
          <p:cNvSpPr txBox="1"/>
          <p:nvPr userDrawn="1"/>
        </p:nvSpPr>
        <p:spPr>
          <a:xfrm>
            <a:off x="2210700" y="3648615"/>
            <a:ext cx="47187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200" b="1" dirty="0">
                <a:solidFill>
                  <a:schemeClr val="bg1"/>
                </a:solidFill>
                <a:latin typeface="Raleway" pitchFamily="2" charset="0"/>
                <a:ea typeface="Anaheim"/>
                <a:cs typeface="Anaheim"/>
                <a:sym typeface="Anaheim"/>
              </a:rPr>
              <a:t>CREDITS</a:t>
            </a:r>
            <a:r>
              <a:rPr lang="en" sz="1200" dirty="0">
                <a:solidFill>
                  <a:schemeClr val="bg1"/>
                </a:solidFill>
                <a:latin typeface="Raleway" pitchFamily="2" charset="0"/>
                <a:ea typeface="Anaheim"/>
                <a:cs typeface="Anaheim"/>
                <a:sym typeface="Anaheim"/>
              </a:rPr>
              <a:t>: This presentation template was created by </a:t>
            </a:r>
            <a:r>
              <a:rPr lang="en" sz="1200" b="1" dirty="0">
                <a:solidFill>
                  <a:schemeClr val="bg1"/>
                </a:solidFill>
                <a:uFill>
                  <a:noFill/>
                </a:uFill>
                <a:latin typeface="Raleway" pitchFamily="2" charset="0"/>
                <a:ea typeface="Anaheim"/>
                <a:cs typeface="Anaheim"/>
                <a:sym typeface="Anaheim"/>
                <a:hlinkClick r:id="rId3">
                  <a:extLst>
                    <a:ext uri="{A12FA001-AC4F-418D-AE19-62706E023703}">
                      <ahyp:hlinkClr xmlns:ahyp="http://schemas.microsoft.com/office/drawing/2018/hyperlinkcolor" val="tx"/>
                    </a:ext>
                  </a:extLst>
                </a:hlinkClick>
              </a:rPr>
              <a:t>Slidesgo</a:t>
            </a:r>
            <a:r>
              <a:rPr lang="en" sz="1200" dirty="0">
                <a:solidFill>
                  <a:schemeClr val="bg1"/>
                </a:solidFill>
                <a:latin typeface="Raleway" pitchFamily="2" charset="0"/>
                <a:ea typeface="Anaheim"/>
                <a:cs typeface="Anaheim"/>
                <a:sym typeface="Anaheim"/>
              </a:rPr>
              <a:t>, including icons by </a:t>
            </a:r>
            <a:r>
              <a:rPr lang="en" sz="1200" b="1" dirty="0">
                <a:solidFill>
                  <a:schemeClr val="bg1"/>
                </a:solidFill>
                <a:uFill>
                  <a:noFill/>
                </a:uFill>
                <a:latin typeface="Raleway" pitchFamily="2" charset="0"/>
                <a:ea typeface="Anaheim"/>
                <a:cs typeface="Anaheim"/>
                <a:sym typeface="Anaheim"/>
                <a:hlinkClick r:id="rId4">
                  <a:extLst>
                    <a:ext uri="{A12FA001-AC4F-418D-AE19-62706E023703}">
                      <ahyp:hlinkClr xmlns:ahyp="http://schemas.microsoft.com/office/drawing/2018/hyperlinkcolor" val="tx"/>
                    </a:ext>
                  </a:extLst>
                </a:hlinkClick>
              </a:rPr>
              <a:t>Flaticon</a:t>
            </a:r>
            <a:r>
              <a:rPr lang="en" sz="1200" dirty="0">
                <a:solidFill>
                  <a:schemeClr val="bg1"/>
                </a:solidFill>
                <a:latin typeface="Raleway" pitchFamily="2" charset="0"/>
                <a:ea typeface="Anaheim"/>
                <a:cs typeface="Anaheim"/>
                <a:sym typeface="Anaheim"/>
              </a:rPr>
              <a:t>, infographics &amp; images by </a:t>
            </a:r>
            <a:r>
              <a:rPr lang="en" sz="1200" b="1" dirty="0">
                <a:solidFill>
                  <a:schemeClr val="bg1"/>
                </a:solidFill>
                <a:uFill>
                  <a:noFill/>
                </a:uFill>
                <a:latin typeface="Raleway" pitchFamily="2" charset="0"/>
                <a:ea typeface="Anaheim"/>
                <a:cs typeface="Anaheim"/>
                <a:sym typeface="Anaheim"/>
                <a:hlinkClick r:id="rId5">
                  <a:extLst>
                    <a:ext uri="{A12FA001-AC4F-418D-AE19-62706E023703}">
                      <ahyp:hlinkClr xmlns:ahyp="http://schemas.microsoft.com/office/drawing/2018/hyperlinkcolor" val="tx"/>
                    </a:ext>
                  </a:extLst>
                </a:hlinkClick>
              </a:rPr>
              <a:t>Freepik</a:t>
            </a:r>
            <a:endParaRPr sz="1200" b="1" dirty="0">
              <a:solidFill>
                <a:schemeClr val="bg1"/>
              </a:solidFill>
              <a:latin typeface="Raleway" pitchFamily="2" charset="0"/>
              <a:ea typeface="Anaheim"/>
              <a:cs typeface="Anaheim"/>
              <a:sym typeface="Anaheim"/>
            </a:endParaRPr>
          </a:p>
        </p:txBody>
      </p:sp>
      <p:sp>
        <p:nvSpPr>
          <p:cNvPr id="7" name="Text Placeholder 3">
            <a:extLst>
              <a:ext uri="{FF2B5EF4-FFF2-40B4-BE49-F238E27FC236}">
                <a16:creationId xmlns:a16="http://schemas.microsoft.com/office/drawing/2014/main" id="{1E841DF3-0C34-48E1-B17F-1B859283C087}"/>
              </a:ext>
            </a:extLst>
          </p:cNvPr>
          <p:cNvSpPr>
            <a:spLocks noGrp="1"/>
          </p:cNvSpPr>
          <p:nvPr>
            <p:ph type="body" sz="half" idx="2"/>
          </p:nvPr>
        </p:nvSpPr>
        <p:spPr>
          <a:xfrm>
            <a:off x="2894985" y="1798837"/>
            <a:ext cx="3354030" cy="1276204"/>
          </a:xfrm>
        </p:spPr>
        <p:txBody>
          <a:bodyPr>
            <a:normAutofit/>
          </a:bodyPr>
          <a:lstStyle>
            <a:lvl1pPr marL="0" indent="0" algn="ctr">
              <a:lnSpc>
                <a:spcPct val="100000"/>
              </a:lnSpc>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Tree>
    <p:extLst>
      <p:ext uri="{BB962C8B-B14F-4D97-AF65-F5344CB8AC3E}">
        <p14:creationId xmlns:p14="http://schemas.microsoft.com/office/powerpoint/2010/main" val="32850192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slide" type="blank">
  <p:cSld name="Blank slide">
    <p:spTree>
      <p:nvGrpSpPr>
        <p:cNvPr id="1" name="Shape 8"/>
        <p:cNvGrpSpPr/>
        <p:nvPr/>
      </p:nvGrpSpPr>
      <p:grpSpPr>
        <a:xfrm>
          <a:off x="0" y="0"/>
          <a:ext cx="0" cy="0"/>
          <a:chOff x="0" y="0"/>
          <a:chExt cx="0" cy="0"/>
        </a:xfrm>
      </p:grpSpPr>
    </p:spTree>
    <p:extLst>
      <p:ext uri="{BB962C8B-B14F-4D97-AF65-F5344CB8AC3E}">
        <p14:creationId xmlns:p14="http://schemas.microsoft.com/office/powerpoint/2010/main" val="8490121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extLst>
      <p:ext uri="{BB962C8B-B14F-4D97-AF65-F5344CB8AC3E}">
        <p14:creationId xmlns:p14="http://schemas.microsoft.com/office/powerpoint/2010/main" val="28194407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552450"/>
            <a:ext cx="7696200" cy="71556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723900" y="1369219"/>
            <a:ext cx="7696200" cy="322183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3900" y="4767263"/>
            <a:ext cx="19621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513EFF7-90E2-431F-8E31-BA0CE4C55B2F}" type="datetimeFigureOut">
              <a:rPr lang="en-US" smtClean="0"/>
              <a:t>5/6/2024</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19621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E0CEFFA-EA14-4325-A0F4-7973582784D2}" type="slidenum">
              <a:rPr lang="en-US" smtClean="0"/>
              <a:t>‹#›</a:t>
            </a:fld>
            <a:endParaRPr lang="en-US" dirty="0"/>
          </a:p>
        </p:txBody>
      </p:sp>
    </p:spTree>
    <p:extLst>
      <p:ext uri="{BB962C8B-B14F-4D97-AF65-F5344CB8AC3E}">
        <p14:creationId xmlns:p14="http://schemas.microsoft.com/office/powerpoint/2010/main" val="2650480007"/>
      </p:ext>
    </p:extLst>
  </p:cSld>
  <p:clrMap bg1="lt1" tx1="dk1" bg2="lt2" tx2="dk2" accent1="accent1" accent2="accent2" accent3="accent3" accent4="accent4" accent5="accent5" accent6="accent6" hlink="hlink" folHlink="folHlink"/>
  <p:sldLayoutIdLst>
    <p:sldLayoutId id="2147483664" r:id="rId1"/>
    <p:sldLayoutId id="2147483666" r:id="rId2"/>
    <p:sldLayoutId id="2147483665" r:id="rId3"/>
    <p:sldLayoutId id="2147483667" r:id="rId4"/>
    <p:sldLayoutId id="2147483669" r:id="rId5"/>
    <p:sldLayoutId id="2147483676" r:id="rId6"/>
    <p:sldLayoutId id="2147483658" r:id="rId7"/>
    <p:sldLayoutId id="2147483671" r:id="rId8"/>
    <p:sldLayoutId id="2147483672" r:id="rId9"/>
    <p:sldLayoutId id="2147483659" r:id="rId10"/>
    <p:sldLayoutId id="2147483670" r:id="rId11"/>
    <p:sldLayoutId id="2147483675" r:id="rId12"/>
    <p:sldLayoutId id="2147483677" r:id="rId13"/>
    <p:sldLayoutId id="2147483679" r:id="rId14"/>
    <p:sldLayoutId id="2147483680" r:id="rId15"/>
    <p:sldLayoutId id="2147483681" r:id="rId16"/>
    <p:sldLayoutId id="2147483678" r:id="rId1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ctr" defTabSz="685800" rtl="0" eaLnBrk="1" latinLnBrk="0" hangingPunct="1">
        <a:lnSpc>
          <a:spcPct val="90000"/>
        </a:lnSpc>
        <a:spcBef>
          <a:spcPct val="0"/>
        </a:spcBef>
        <a:buNone/>
        <a:defRPr sz="3500" kern="1200">
          <a:solidFill>
            <a:schemeClr val="bg1"/>
          </a:solidFill>
          <a:latin typeface="Space Mono" panose="02000509040000020004" pitchFamily="49"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kern="1200">
          <a:solidFill>
            <a:schemeClr val="bg1"/>
          </a:solidFill>
          <a:latin typeface="Raleway" pitchFamily="2" charset="0"/>
          <a:ea typeface="Roboto" panose="02000000000000000000" pitchFamily="2" charset="0"/>
          <a:cs typeface="Raleway" pitchFamily="2" charset="0"/>
        </a:defRPr>
      </a:lvl1pPr>
      <a:lvl2pPr marL="514350" indent="-171450" algn="l" defTabSz="685800" rtl="0" eaLnBrk="1" latinLnBrk="0" hangingPunct="1">
        <a:lnSpc>
          <a:spcPct val="90000"/>
        </a:lnSpc>
        <a:spcBef>
          <a:spcPts val="375"/>
        </a:spcBef>
        <a:buFont typeface="Arial" panose="020B0604020202020204" pitchFamily="34" charset="0"/>
        <a:buChar char="•"/>
        <a:defRPr sz="1400" kern="1200">
          <a:solidFill>
            <a:schemeClr val="bg1"/>
          </a:solidFill>
          <a:latin typeface="Raleway" pitchFamily="2" charset="0"/>
          <a:ea typeface="Roboto" panose="02000000000000000000" pitchFamily="2" charset="0"/>
          <a:cs typeface="Raleway" pitchFamily="2"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bg1"/>
          </a:solidFill>
          <a:latin typeface="Raleway" pitchFamily="2" charset="0"/>
          <a:ea typeface="Roboto" panose="02000000000000000000" pitchFamily="2" charset="0"/>
          <a:cs typeface="Raleway" pitchFamily="2"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bg1"/>
          </a:solidFill>
          <a:latin typeface="Raleway" pitchFamily="2" charset="0"/>
          <a:ea typeface="Roboto" panose="02000000000000000000" pitchFamily="2" charset="0"/>
          <a:cs typeface="Raleway" pitchFamily="2"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bg1"/>
          </a:solidFill>
          <a:latin typeface="Raleway" pitchFamily="2" charset="0"/>
          <a:ea typeface="Roboto" panose="02000000000000000000" pitchFamily="2" charset="0"/>
          <a:cs typeface="Raleway"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7" name="Google Shape;7;p1"/>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Rg"/>
                <a:ea typeface="Proxima Nova Rg"/>
                <a:cs typeface="Proxima Nova Rg"/>
                <a:sym typeface="Proxima Nova"/>
              </a:defRPr>
            </a:lvl9pPr>
          </a:lstStyle>
          <a:p>
            <a:endParaRPr/>
          </a:p>
        </p:txBody>
      </p:sp>
    </p:spTree>
    <p:extLst>
      <p:ext uri="{BB962C8B-B14F-4D97-AF65-F5344CB8AC3E}">
        <p14:creationId xmlns:p14="http://schemas.microsoft.com/office/powerpoint/2010/main" val="1765246385"/>
      </p:ext>
    </p:extLst>
  </p:cSld>
  <p:clrMap bg1="lt1" tx1="dk1" bg2="dk2" tx2="lt2" accent1="accent1" accent2="accent2" accent3="accent3" accent4="accent4" accent5="accent5" accent6="accent6" hlink="hlink" folHlink="folHlink"/>
  <p:sldLayoutIdLst>
    <p:sldLayoutId id="2147483683" r:id="rId1"/>
    <p:sldLayoutId id="2147483684" r:id="rId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00CBEA-0FC4-4517-9DF7-3E1CB1F7762B}"/>
              </a:ext>
            </a:extLst>
          </p:cNvPr>
          <p:cNvSpPr>
            <a:spLocks noGrp="1"/>
          </p:cNvSpPr>
          <p:nvPr>
            <p:ph type="subTitle" idx="1"/>
          </p:nvPr>
        </p:nvSpPr>
        <p:spPr>
          <a:xfrm>
            <a:off x="2117969" y="2760311"/>
            <a:ext cx="4908062" cy="2301132"/>
          </a:xfrm>
        </p:spPr>
        <p:txBody>
          <a:bodyPr>
            <a:normAutofit fontScale="92500" lnSpcReduction="10000"/>
          </a:bodyPr>
          <a:lstStyle/>
          <a:p>
            <a:r>
              <a:rPr lang="en-US" dirty="0">
                <a:latin typeface="+mn-lt"/>
              </a:rPr>
              <a:t>Under the Guidance Of </a:t>
            </a:r>
          </a:p>
          <a:p>
            <a:r>
              <a:rPr lang="en-US" dirty="0">
                <a:latin typeface="+mn-lt"/>
              </a:rPr>
              <a:t> Dr.Sumana Ma’am </a:t>
            </a:r>
          </a:p>
          <a:p>
            <a:r>
              <a:rPr lang="en-US" dirty="0">
                <a:latin typeface="+mn-lt"/>
              </a:rPr>
              <a:t> </a:t>
            </a:r>
          </a:p>
          <a:p>
            <a:r>
              <a:rPr lang="en-US" dirty="0">
                <a:latin typeface="+mn-lt"/>
              </a:rPr>
              <a:t>   Presented By:</a:t>
            </a:r>
            <a:r>
              <a:rPr lang="en-IN" dirty="0">
                <a:latin typeface="+mn-lt"/>
              </a:rPr>
              <a:t>     </a:t>
            </a:r>
            <a:r>
              <a:rPr lang="en-US" dirty="0">
                <a:latin typeface="+mn-lt"/>
              </a:rPr>
              <a:t> Roll No</a:t>
            </a:r>
          </a:p>
          <a:p>
            <a:r>
              <a:rPr lang="en-US" dirty="0">
                <a:latin typeface="+mn-lt"/>
              </a:rPr>
              <a:t>       Rounak Anand </a:t>
            </a:r>
            <a:r>
              <a:rPr lang="en-IN" dirty="0">
                <a:latin typeface="+mn-lt"/>
              </a:rPr>
              <a:t>      </a:t>
            </a:r>
            <a:r>
              <a:rPr lang="en-US" dirty="0">
                <a:latin typeface="+mn-lt"/>
              </a:rPr>
              <a:t>DL/025/22</a:t>
            </a:r>
          </a:p>
          <a:p>
            <a:r>
              <a:rPr lang="en-US" dirty="0">
                <a:latin typeface="+mn-lt"/>
              </a:rPr>
              <a:t>      Satyam Kr Sinha</a:t>
            </a:r>
            <a:r>
              <a:rPr lang="en-IN" dirty="0">
                <a:latin typeface="+mn-lt"/>
              </a:rPr>
              <a:t>     </a:t>
            </a:r>
            <a:r>
              <a:rPr lang="en-US" dirty="0">
                <a:latin typeface="+mn-lt"/>
              </a:rPr>
              <a:t>D/059/21</a:t>
            </a:r>
          </a:p>
          <a:p>
            <a:r>
              <a:rPr lang="en-US" dirty="0">
                <a:latin typeface="+mn-lt"/>
              </a:rPr>
              <a:t>    Vivekanand Singh     D/086/21</a:t>
            </a:r>
          </a:p>
          <a:p>
            <a:r>
              <a:rPr lang="en-US" dirty="0">
                <a:latin typeface="+mn-lt"/>
              </a:rPr>
              <a:t>      Guru Gaurav </a:t>
            </a:r>
            <a:r>
              <a:rPr lang="en-IN" dirty="0">
                <a:latin typeface="+mn-lt"/>
              </a:rPr>
              <a:t>         </a:t>
            </a:r>
            <a:r>
              <a:rPr lang="en-US" dirty="0">
                <a:latin typeface="+mn-lt"/>
              </a:rPr>
              <a:t>D/50/21</a:t>
            </a:r>
          </a:p>
        </p:txBody>
      </p:sp>
      <p:pic>
        <p:nvPicPr>
          <p:cNvPr id="5" name="Imagen 4">
            <a:extLst>
              <a:ext uri="{FF2B5EF4-FFF2-40B4-BE49-F238E27FC236}">
                <a16:creationId xmlns:a16="http://schemas.microsoft.com/office/drawing/2014/main" id="{06D840BE-8B09-4413-9549-168E70C5A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90" y="484122"/>
            <a:ext cx="845820" cy="68328"/>
          </a:xfrm>
          <a:prstGeom prst="rect">
            <a:avLst/>
          </a:prstGeom>
        </p:spPr>
      </p:pic>
      <p:pic>
        <p:nvPicPr>
          <p:cNvPr id="6" name="Imagen 5" descr="Forma&#10;&#10;Descripción generada automáticamente">
            <a:extLst>
              <a:ext uri="{FF2B5EF4-FFF2-40B4-BE49-F238E27FC236}">
                <a16:creationId xmlns:a16="http://schemas.microsoft.com/office/drawing/2014/main" id="{E069FE39-9AFF-4E56-B3BB-5BAB5B0456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178072" y="746473"/>
            <a:ext cx="3322320" cy="880771"/>
          </a:xfrm>
          <a:prstGeom prst="rect">
            <a:avLst/>
          </a:prstGeom>
        </p:spPr>
      </p:pic>
      <p:pic>
        <p:nvPicPr>
          <p:cNvPr id="7" name="Imagen 6" descr="Una estrella de color negro&#10;&#10;Descripción generada automáticamente con confianza baja">
            <a:extLst>
              <a:ext uri="{FF2B5EF4-FFF2-40B4-BE49-F238E27FC236}">
                <a16:creationId xmlns:a16="http://schemas.microsoft.com/office/drawing/2014/main" id="{97CE9324-0A66-40D5-9B2B-2B328B7F3D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3759837">
            <a:off x="7713280" y="2789084"/>
            <a:ext cx="1413641" cy="2201746"/>
          </a:xfrm>
          <a:prstGeom prst="rect">
            <a:avLst/>
          </a:prstGeom>
        </p:spPr>
      </p:pic>
      <p:pic>
        <p:nvPicPr>
          <p:cNvPr id="8" name="Imagen 7" descr="Imagen que contiene Patrón de fondo&#10;&#10;Descripción generada automáticamente">
            <a:extLst>
              <a:ext uri="{FF2B5EF4-FFF2-40B4-BE49-F238E27FC236}">
                <a16:creationId xmlns:a16="http://schemas.microsoft.com/office/drawing/2014/main" id="{138275C3-D8AB-4EA7-B0E9-C22A9EADE7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6096624" y="2760311"/>
            <a:ext cx="3047376" cy="2383189"/>
          </a:xfrm>
          <a:prstGeom prst="rect">
            <a:avLst/>
          </a:prstGeom>
        </p:spPr>
      </p:pic>
      <p:sp>
        <p:nvSpPr>
          <p:cNvPr id="4" name="TextBox 3">
            <a:extLst>
              <a:ext uri="{FF2B5EF4-FFF2-40B4-BE49-F238E27FC236}">
                <a16:creationId xmlns:a16="http://schemas.microsoft.com/office/drawing/2014/main" id="{B9B01A9B-59AC-E277-B290-671A371E32AE}"/>
              </a:ext>
            </a:extLst>
          </p:cNvPr>
          <p:cNvSpPr txBox="1"/>
          <p:nvPr/>
        </p:nvSpPr>
        <p:spPr>
          <a:xfrm>
            <a:off x="1562596" y="444197"/>
            <a:ext cx="8153128" cy="1938992"/>
          </a:xfrm>
          <a:prstGeom prst="rect">
            <a:avLst/>
          </a:prstGeom>
          <a:noFill/>
        </p:spPr>
        <p:txBody>
          <a:bodyPr wrap="square" rtlCol="0">
            <a:spAutoFit/>
          </a:bodyPr>
          <a:lstStyle/>
          <a:p>
            <a:pPr algn="l"/>
            <a:r>
              <a:rPr lang="en-IN" sz="4000" dirty="0">
                <a:solidFill>
                  <a:srgbClr val="FFFFFF"/>
                </a:solidFill>
              </a:rPr>
              <a:t>6</a:t>
            </a:r>
            <a:r>
              <a:rPr lang="en-IN" sz="4000" baseline="30000" dirty="0">
                <a:solidFill>
                  <a:srgbClr val="FFFFFF"/>
                </a:solidFill>
              </a:rPr>
              <a:t>th</a:t>
            </a:r>
            <a:r>
              <a:rPr lang="en-IN" sz="4000" dirty="0">
                <a:solidFill>
                  <a:srgbClr val="FFFFFF"/>
                </a:solidFill>
              </a:rPr>
              <a:t> Semester Final Presentation</a:t>
            </a:r>
          </a:p>
          <a:p>
            <a:pPr algn="l"/>
            <a:r>
              <a:rPr lang="en-IN" sz="4000" dirty="0">
                <a:solidFill>
                  <a:srgbClr val="FFFFFF"/>
                </a:solidFill>
              </a:rPr>
              <a:t>                         on</a:t>
            </a:r>
          </a:p>
          <a:p>
            <a:pPr algn="l"/>
            <a:r>
              <a:rPr lang="en-IN" sz="4000" dirty="0">
                <a:solidFill>
                  <a:srgbClr val="FFFFFF"/>
                </a:solidFill>
              </a:rPr>
              <a:t>      Ultrasonic Radar System</a:t>
            </a:r>
            <a:endParaRPr lang="en-US" sz="4000" dirty="0">
              <a:solidFill>
                <a:srgbClr val="FFFFFF"/>
              </a:solidFill>
            </a:endParaRPr>
          </a:p>
        </p:txBody>
      </p:sp>
    </p:spTree>
    <p:extLst>
      <p:ext uri="{BB962C8B-B14F-4D97-AF65-F5344CB8AC3E}">
        <p14:creationId xmlns:p14="http://schemas.microsoft.com/office/powerpoint/2010/main" val="41224272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7DD147-0A38-4E87-9D9A-1D9976EF17CE}"/>
              </a:ext>
            </a:extLst>
          </p:cNvPr>
          <p:cNvSpPr>
            <a:spLocks noGrp="1"/>
          </p:cNvSpPr>
          <p:nvPr>
            <p:ph type="title"/>
          </p:nvPr>
        </p:nvSpPr>
        <p:spPr/>
        <p:txBody>
          <a:bodyPr/>
          <a:lstStyle/>
          <a:p>
            <a:r>
              <a:rPr lang="en-IN" dirty="0"/>
              <a:t>Introduction</a:t>
            </a:r>
            <a:endParaRPr lang="en-US" dirty="0"/>
          </a:p>
        </p:txBody>
      </p:sp>
      <p:pic>
        <p:nvPicPr>
          <p:cNvPr id="9" name="Imagen 8" descr="Imagen que contiene luz, puesta de sol, caminando, sol&#10;&#10;Descripción generada automáticamente">
            <a:extLst>
              <a:ext uri="{FF2B5EF4-FFF2-40B4-BE49-F238E27FC236}">
                <a16:creationId xmlns:a16="http://schemas.microsoft.com/office/drawing/2014/main" id="{639DCCA2-9858-4220-B31D-CCCEAA4F2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4214713"/>
            <a:ext cx="1340903" cy="315348"/>
          </a:xfrm>
          <a:prstGeom prst="rect">
            <a:avLst/>
          </a:prstGeom>
        </p:spPr>
      </p:pic>
      <p:pic>
        <p:nvPicPr>
          <p:cNvPr id="10" name="Imagen 9" descr="Una estrella de color negro&#10;&#10;Descripción generada automáticamente con confianza baja">
            <a:extLst>
              <a:ext uri="{FF2B5EF4-FFF2-40B4-BE49-F238E27FC236}">
                <a16:creationId xmlns:a16="http://schemas.microsoft.com/office/drawing/2014/main" id="{905A640D-9BD3-440D-A713-8DF613A136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3759837">
            <a:off x="5863460" y="152670"/>
            <a:ext cx="1413641" cy="2201746"/>
          </a:xfrm>
          <a:prstGeom prst="rect">
            <a:avLst/>
          </a:prstGeom>
        </p:spPr>
      </p:pic>
      <p:pic>
        <p:nvPicPr>
          <p:cNvPr id="33" name="Imagen 32" descr="Forma&#10;&#10;Descripción generada automáticamente">
            <a:extLst>
              <a:ext uri="{FF2B5EF4-FFF2-40B4-BE49-F238E27FC236}">
                <a16:creationId xmlns:a16="http://schemas.microsoft.com/office/drawing/2014/main" id="{23A1DFB1-DC0E-4133-A6F9-B835A5F722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7549584" y="4089675"/>
            <a:ext cx="3322320" cy="880771"/>
          </a:xfrm>
          <a:prstGeom prst="rect">
            <a:avLst/>
          </a:prstGeom>
        </p:spPr>
      </p:pic>
      <p:pic>
        <p:nvPicPr>
          <p:cNvPr id="34" name="Imagen 33" descr="Forma&#10;&#10;Descripción generada automáticamente">
            <a:extLst>
              <a:ext uri="{FF2B5EF4-FFF2-40B4-BE49-F238E27FC236}">
                <a16:creationId xmlns:a16="http://schemas.microsoft.com/office/drawing/2014/main" id="{638A0E52-DE28-4E11-BDA6-D92E55520D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1073435" y="956462"/>
            <a:ext cx="3322320" cy="880771"/>
          </a:xfrm>
          <a:prstGeom prst="rect">
            <a:avLst/>
          </a:prstGeom>
        </p:spPr>
      </p:pic>
      <p:sp>
        <p:nvSpPr>
          <p:cNvPr id="2" name="TextBox 1">
            <a:extLst>
              <a:ext uri="{FF2B5EF4-FFF2-40B4-BE49-F238E27FC236}">
                <a16:creationId xmlns:a16="http://schemas.microsoft.com/office/drawing/2014/main" id="{7701923E-187F-41E5-F6D0-AC05B59E35CD}"/>
              </a:ext>
            </a:extLst>
          </p:cNvPr>
          <p:cNvSpPr txBox="1"/>
          <p:nvPr/>
        </p:nvSpPr>
        <p:spPr>
          <a:xfrm>
            <a:off x="1685727" y="1941500"/>
            <a:ext cx="6148048" cy="1754326"/>
          </a:xfrm>
          <a:prstGeom prst="rect">
            <a:avLst/>
          </a:prstGeom>
          <a:noFill/>
        </p:spPr>
        <p:txBody>
          <a:bodyPr wrap="square" rtlCol="0">
            <a:spAutoFit/>
          </a:bodyPr>
          <a:lstStyle/>
          <a:p>
            <a:pPr algn="l"/>
            <a:r>
              <a:rPr lang="en-GB" b="0" i="0" dirty="0">
                <a:solidFill>
                  <a:srgbClr val="D2D0CE"/>
                </a:solidFill>
                <a:effectLst/>
                <a:latin typeface="-apple-system"/>
              </a:rPr>
              <a:t>The ultrasonic sensor projects sound waves that, upon encountering an obstacle, reflect back to the origin point. The sensor captures the reflected waves, and the Arduino computes the elapsed time between emission and reception. This temporal measurement is then converted into spatial distance, providing an accurate estimation of the object’s location.</a:t>
            </a:r>
            <a:endParaRPr lang="en-US" dirty="0"/>
          </a:p>
        </p:txBody>
      </p:sp>
    </p:spTree>
    <p:extLst>
      <p:ext uri="{BB962C8B-B14F-4D97-AF65-F5344CB8AC3E}">
        <p14:creationId xmlns:p14="http://schemas.microsoft.com/office/powerpoint/2010/main" val="36596411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68F8C9-9363-411D-9575-F40C87BDBCAB}"/>
              </a:ext>
            </a:extLst>
          </p:cNvPr>
          <p:cNvSpPr>
            <a:spLocks noGrp="1"/>
          </p:cNvSpPr>
          <p:nvPr>
            <p:ph type="title"/>
          </p:nvPr>
        </p:nvSpPr>
        <p:spPr>
          <a:xfrm>
            <a:off x="723900" y="35079"/>
            <a:ext cx="7696200" cy="715566"/>
          </a:xfrm>
        </p:spPr>
        <p:txBody>
          <a:bodyPr/>
          <a:lstStyle/>
          <a:p>
            <a:r>
              <a:rPr lang="en-IN" dirty="0"/>
              <a:t>Components Required</a:t>
            </a:r>
            <a:endParaRPr lang="en-US" dirty="0"/>
          </a:p>
        </p:txBody>
      </p:sp>
      <p:graphicFrame>
        <p:nvGraphicFramePr>
          <p:cNvPr id="6" name="Google Shape;135;p27">
            <a:extLst>
              <a:ext uri="{FF2B5EF4-FFF2-40B4-BE49-F238E27FC236}">
                <a16:creationId xmlns:a16="http://schemas.microsoft.com/office/drawing/2014/main" id="{FE047A1F-8B1F-49D5-B39F-FFE967D64637}"/>
              </a:ext>
            </a:extLst>
          </p:cNvPr>
          <p:cNvGraphicFramePr/>
          <p:nvPr>
            <p:extLst>
              <p:ext uri="{D42A27DB-BD31-4B8C-83A1-F6EECF244321}">
                <p14:modId xmlns:p14="http://schemas.microsoft.com/office/powerpoint/2010/main" val="4049741722"/>
              </p:ext>
            </p:extLst>
          </p:nvPr>
        </p:nvGraphicFramePr>
        <p:xfrm>
          <a:off x="730045" y="624933"/>
          <a:ext cx="7682941" cy="4625366"/>
        </p:xfrm>
        <a:graphic>
          <a:graphicData uri="http://schemas.openxmlformats.org/drawingml/2006/table">
            <a:tbl>
              <a:tblPr>
                <a:noFill/>
              </a:tblPr>
              <a:tblGrid>
                <a:gridCol w="2169781">
                  <a:extLst>
                    <a:ext uri="{9D8B030D-6E8A-4147-A177-3AD203B41FA5}">
                      <a16:colId xmlns:a16="http://schemas.microsoft.com/office/drawing/2014/main" val="20000"/>
                    </a:ext>
                  </a:extLst>
                </a:gridCol>
                <a:gridCol w="5513160">
                  <a:extLst>
                    <a:ext uri="{9D8B030D-6E8A-4147-A177-3AD203B41FA5}">
                      <a16:colId xmlns:a16="http://schemas.microsoft.com/office/drawing/2014/main" val="20001"/>
                    </a:ext>
                  </a:extLst>
                </a:gridCol>
              </a:tblGrid>
              <a:tr h="483973">
                <a:tc>
                  <a:txBody>
                    <a:bodyPr/>
                    <a:lstStyle/>
                    <a:p>
                      <a:pPr marL="0" lvl="0" indent="0" algn="l" rtl="0">
                        <a:spcBef>
                          <a:spcPts val="0"/>
                        </a:spcBef>
                        <a:spcAft>
                          <a:spcPts val="0"/>
                        </a:spcAft>
                        <a:buNone/>
                      </a:pPr>
                      <a:r>
                        <a:rPr lang="en-I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COMPONENTS</a:t>
                      </a:r>
                      <a:endParaRPr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1600"/>
                        </a:spcAft>
                        <a:buNone/>
                      </a:pPr>
                      <a:r>
                        <a:rPr lang="en-IN"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Function</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mpd="sng">
                      <a:noFill/>
                      <a:prstDash val="soli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483973">
                <a:tc>
                  <a:txBody>
                    <a:bodyPr/>
                    <a:lstStyle/>
                    <a:p>
                      <a:pPr marL="0" lvl="0" indent="0" algn="l" rtl="0">
                        <a:spcBef>
                          <a:spcPts val="0"/>
                        </a:spcBef>
                        <a:spcAft>
                          <a:spcPts val="0"/>
                        </a:spcAft>
                        <a:buNone/>
                      </a:pPr>
                      <a:r>
                        <a:rPr lang="en-I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Arduino Uno</a:t>
                      </a:r>
                      <a:endParaRPr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1600"/>
                        </a:spcAft>
                        <a:buNone/>
                      </a:pPr>
                      <a:r>
                        <a:rPr lang="en-GB" sz="1400" b="0" i="0" dirty="0">
                          <a:solidFill>
                            <a:srgbClr val="D2D0CE"/>
                          </a:solidFill>
                          <a:effectLst/>
                          <a:latin typeface="-apple-system"/>
                        </a:rPr>
                        <a:t>The Arduino Uno is essential for coordinating the different parts of the radar system and making sure everything works together smoothly.</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42496773"/>
                  </a:ext>
                </a:extLst>
              </a:tr>
              <a:tr h="590579">
                <a:tc>
                  <a:txBody>
                    <a:bodyPr/>
                    <a:lstStyle/>
                    <a:p>
                      <a:pPr marL="0" lvl="0" indent="0" algn="l" rtl="0">
                        <a:spcBef>
                          <a:spcPts val="0"/>
                        </a:spcBef>
                        <a:spcAft>
                          <a:spcPts val="0"/>
                        </a:spcAft>
                        <a:buNone/>
                      </a:pPr>
                      <a:r>
                        <a:rPr lang="en-IN" sz="1100" b="1" u="sng"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Ultrasonic Sensor</a:t>
                      </a:r>
                      <a:endParaRPr sz="1100" b="1" u="sng"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mpd="sng">
                      <a:no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rtl="0">
                        <a:lnSpc>
                          <a:spcPct val="100000"/>
                        </a:lnSpc>
                        <a:spcBef>
                          <a:spcPts val="0"/>
                        </a:spcBef>
                        <a:spcAft>
                          <a:spcPts val="1600"/>
                        </a:spcAft>
                        <a:buNone/>
                      </a:pPr>
                      <a:r>
                        <a:rPr lang="en-GB" sz="1400" b="0" i="0" dirty="0">
                          <a:solidFill>
                            <a:srgbClr val="D2D0CE"/>
                          </a:solidFill>
                          <a:effectLst/>
                          <a:latin typeface="-apple-system"/>
                        </a:rPr>
                        <a:t>The ultrasonic sensor emits sound waves that bounce off objects and return to the sensor. </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483973">
                <a:tc>
                  <a:txBody>
                    <a:bodyPr/>
                    <a:lstStyle/>
                    <a:p>
                      <a:pPr marL="0" lvl="0" indent="0" algn="l" rtl="0">
                        <a:spcBef>
                          <a:spcPts val="0"/>
                        </a:spcBef>
                        <a:spcAft>
                          <a:spcPts val="0"/>
                        </a:spcAft>
                        <a:buNone/>
                      </a:pPr>
                      <a:r>
                        <a:rPr lang="en-I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Servo Motor</a:t>
                      </a:r>
                      <a:endParaRPr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mpd="sng">
                      <a:no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1600"/>
                        </a:spcAft>
                        <a:buNone/>
                      </a:pPr>
                      <a:r>
                        <a:rPr lang="en-GB" sz="1400" b="0" i="0" dirty="0">
                          <a:solidFill>
                            <a:srgbClr val="D2D0CE"/>
                          </a:solidFill>
                          <a:effectLst/>
                          <a:latin typeface="-apple-system"/>
                        </a:rPr>
                        <a:t>The servo motor rotates the ultrasonic sensor to various angles, allowing it to scan a wider area</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483973">
                <a:tc>
                  <a:txBody>
                    <a:bodyPr/>
                    <a:lstStyle/>
                    <a:p>
                      <a:pPr marL="0" lvl="0" indent="0" algn="l" rtl="0">
                        <a:spcBef>
                          <a:spcPts val="0"/>
                        </a:spcBef>
                        <a:spcAft>
                          <a:spcPts val="0"/>
                        </a:spcAft>
                        <a:buNone/>
                      </a:pPr>
                      <a:r>
                        <a:rPr lang="en-I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Buzzer </a:t>
                      </a:r>
                      <a:endParaRPr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mpd="sng">
                      <a:no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1600"/>
                        </a:spcAft>
                        <a:buNone/>
                      </a:pPr>
                      <a:r>
                        <a:rPr lang="en-GB" sz="1400" b="0" i="0" dirty="0">
                          <a:solidFill>
                            <a:srgbClr val="D2D0CE"/>
                          </a:solidFill>
                          <a:effectLst/>
                          <a:latin typeface="-apple-system"/>
                        </a:rPr>
                        <a:t>It can provide feedback to the user in the form of sound alerts when certain conditions are met.</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483973">
                <a:tc>
                  <a:txBody>
                    <a:bodyPr/>
                    <a:lstStyle/>
                    <a:p>
                      <a:pPr marL="0" lvl="0" indent="0" algn="l" rtl="0">
                        <a:spcBef>
                          <a:spcPts val="0"/>
                        </a:spcBef>
                        <a:spcAft>
                          <a:spcPts val="0"/>
                        </a:spcAft>
                        <a:buNone/>
                      </a:pPr>
                      <a:r>
                        <a:rPr lang="en-I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LCD Display</a:t>
                      </a:r>
                      <a:r>
                        <a:rPr lang="e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 </a:t>
                      </a:r>
                      <a:endParaRPr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mpd="sng">
                      <a:no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IN" sz="1400" b="0" i="0" dirty="0">
                          <a:solidFill>
                            <a:srgbClr val="D2D0CE"/>
                          </a:solidFill>
                          <a:effectLst/>
                          <a:latin typeface="-apple-system"/>
                        </a:rPr>
                        <a:t>It </a:t>
                      </a:r>
                      <a:r>
                        <a:rPr lang="en-IN" sz="1400" b="0" i="0" dirty="0" err="1">
                          <a:solidFill>
                            <a:srgbClr val="D2D0CE"/>
                          </a:solidFill>
                          <a:effectLst/>
                          <a:latin typeface="-apple-system"/>
                        </a:rPr>
                        <a:t>i</a:t>
                      </a:r>
                      <a:r>
                        <a:rPr lang="en-GB" sz="1400" b="0" i="0" dirty="0">
                          <a:solidFill>
                            <a:srgbClr val="D2D0CE"/>
                          </a:solidFill>
                          <a:effectLst/>
                          <a:latin typeface="-apple-system"/>
                        </a:rPr>
                        <a:t>s typically used to show real-time information about the objects detected by the ultrasonic sensor.</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483973">
                <a:tc>
                  <a:txBody>
                    <a:bodyPr/>
                    <a:lstStyle/>
                    <a:p>
                      <a:pPr marL="0" lvl="0" indent="0" algn="l" rtl="0">
                        <a:spcBef>
                          <a:spcPts val="0"/>
                        </a:spcBef>
                        <a:spcAft>
                          <a:spcPts val="0"/>
                        </a:spcAft>
                        <a:buNone/>
                      </a:pPr>
                      <a:r>
                        <a:rPr lang="en-I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LED light</a:t>
                      </a:r>
                      <a:endParaRPr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mpd="sng">
                      <a:no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1600"/>
                        </a:spcAft>
                        <a:buNone/>
                      </a:pPr>
                      <a:r>
                        <a:rPr lang="en-GB" sz="1400" b="0" i="0" dirty="0">
                          <a:solidFill>
                            <a:srgbClr val="D2D0CE"/>
                          </a:solidFill>
                          <a:effectLst/>
                          <a:latin typeface="-apple-system"/>
                        </a:rPr>
                        <a:t>Multiple LEDs</a:t>
                      </a:r>
                      <a:r>
                        <a:rPr lang="en-IN" sz="1400" b="0" i="0" dirty="0">
                          <a:solidFill>
                            <a:srgbClr val="D2D0CE"/>
                          </a:solidFill>
                          <a:effectLst/>
                          <a:latin typeface="-apple-system"/>
                        </a:rPr>
                        <a:t> is</a:t>
                      </a:r>
                      <a:r>
                        <a:rPr lang="en-GB" sz="1400" b="0" i="0" dirty="0">
                          <a:solidFill>
                            <a:srgbClr val="D2D0CE"/>
                          </a:solidFill>
                          <a:effectLst/>
                          <a:latin typeface="-apple-system"/>
                        </a:rPr>
                        <a:t> used to indicate different distance ranges</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483973">
                <a:tc>
                  <a:txBody>
                    <a:bodyPr/>
                    <a:lstStyle/>
                    <a:p>
                      <a:pPr marL="0" lvl="0" indent="0" algn="l" rtl="0">
                        <a:spcBef>
                          <a:spcPts val="0"/>
                        </a:spcBef>
                        <a:spcAft>
                          <a:spcPts val="0"/>
                        </a:spcAft>
                        <a:buNone/>
                      </a:pPr>
                      <a:r>
                        <a:rPr lang="en-IN"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rPr>
                        <a:t>I2C Module </a:t>
                      </a:r>
                      <a:endParaRPr sz="1100" b="1" u="none"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mpd="sng">
                      <a:no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prstDash val="solid"/>
                    </a:lnB>
                  </a:tcPr>
                </a:tc>
                <a:tc>
                  <a:txBody>
                    <a:bodyPr/>
                    <a:lstStyle/>
                    <a:p>
                      <a:pPr marL="0" lvl="0" indent="0" algn="l" rtl="0">
                        <a:spcBef>
                          <a:spcPts val="0"/>
                        </a:spcBef>
                        <a:spcAft>
                          <a:spcPts val="1600"/>
                        </a:spcAft>
                        <a:buNone/>
                      </a:pPr>
                      <a:r>
                        <a:rPr lang="en-IN" sz="1400" b="0" i="0" dirty="0">
                          <a:solidFill>
                            <a:srgbClr val="D2D0CE"/>
                          </a:solidFill>
                          <a:effectLst/>
                          <a:latin typeface="-apple-system"/>
                        </a:rPr>
                        <a:t>It </a:t>
                      </a:r>
                      <a:r>
                        <a:rPr lang="en-GB" sz="1400" b="0" i="0" dirty="0">
                          <a:solidFill>
                            <a:srgbClr val="D2D0CE"/>
                          </a:solidFill>
                          <a:effectLst/>
                          <a:latin typeface="-apple-system"/>
                        </a:rPr>
                        <a:t>is  used to simplify the connection between an LCD display and the Arduino board.</a:t>
                      </a:r>
                      <a:endParaRPr sz="1100" dirty="0">
                        <a:solidFill>
                          <a:schemeClr val="bg1"/>
                        </a:solidFill>
                        <a:latin typeface="Roboto" panose="02000000000000000000" pitchFamily="2" charset="0"/>
                        <a:ea typeface="Roboto" panose="02000000000000000000" pitchFamily="2" charset="0"/>
                        <a:cs typeface="Roboto" panose="02000000000000000000" pitchFamily="2" charset="0"/>
                        <a:sym typeface="Anaheim"/>
                      </a:endParaRPr>
                    </a:p>
                  </a:txBody>
                  <a:tcPr marL="91425" marR="91425" marT="91425" marB="91425" anchor="ctr">
                    <a:lnL w="12700" cap="flat" cmpd="sng" algn="ctr">
                      <a:solidFill>
                        <a:schemeClr val="bg1"/>
                      </a:solidFill>
                      <a:prstDash val="solid"/>
                      <a:round/>
                      <a:headEnd type="none" w="med" len="med"/>
                      <a:tailEnd type="none" w="med" len="med"/>
                    </a:lnL>
                    <a:lnR w="12700" cmpd="sng">
                      <a:noFill/>
                      <a:prstDash val="solid"/>
                    </a:lnR>
                    <a:lnT w="12700" cap="flat" cmpd="sng" algn="ctr">
                      <a:solidFill>
                        <a:schemeClr val="bg1"/>
                      </a:solidFill>
                      <a:prstDash val="solid"/>
                      <a:round/>
                      <a:headEnd type="none" w="med" len="med"/>
                      <a:tailEnd type="none" w="med" len="med"/>
                    </a:lnT>
                    <a:lnB w="12700" cmpd="sng">
                      <a:noFill/>
                      <a:prstDash val="solid"/>
                    </a:lnB>
                  </a:tcPr>
                </a:tc>
                <a:extLst>
                  <a:ext uri="{0D108BD9-81ED-4DB2-BD59-A6C34878D82A}">
                    <a16:rowId xmlns:a16="http://schemas.microsoft.com/office/drawing/2014/main" val="1626983374"/>
                  </a:ext>
                </a:extLst>
              </a:tr>
            </a:tbl>
          </a:graphicData>
        </a:graphic>
      </p:graphicFrame>
      <p:pic>
        <p:nvPicPr>
          <p:cNvPr id="13" name="Imagen 12" descr="Forma&#10;&#10;Descripción generada automáticamente">
            <a:extLst>
              <a:ext uri="{FF2B5EF4-FFF2-40B4-BE49-F238E27FC236}">
                <a16:creationId xmlns:a16="http://schemas.microsoft.com/office/drawing/2014/main" id="{D3F9B6E1-DD65-4EC9-835C-0537C7995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5260" y="-174400"/>
            <a:ext cx="3322320" cy="880771"/>
          </a:xfrm>
          <a:prstGeom prst="rect">
            <a:avLst/>
          </a:prstGeom>
        </p:spPr>
      </p:pic>
      <p:pic>
        <p:nvPicPr>
          <p:cNvPr id="15" name="Imagen 14" descr="Imagen que contiene luz, puesta de sol, caminando, sol&#10;&#10;Descripción generada automáticamente">
            <a:extLst>
              <a:ext uri="{FF2B5EF4-FFF2-40B4-BE49-F238E27FC236}">
                <a16:creationId xmlns:a16="http://schemas.microsoft.com/office/drawing/2014/main" id="{7E7AFB48-4E6F-49AE-A33F-DCDB84E613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 y="172332"/>
            <a:ext cx="1340903" cy="315348"/>
          </a:xfrm>
          <a:prstGeom prst="rect">
            <a:avLst/>
          </a:prstGeom>
        </p:spPr>
      </p:pic>
      <p:pic>
        <p:nvPicPr>
          <p:cNvPr id="18" name="Imagen 17" descr="Una estrella de color negro&#10;&#10;Descripción generada automáticamente con confianza baja">
            <a:extLst>
              <a:ext uri="{FF2B5EF4-FFF2-40B4-BE49-F238E27FC236}">
                <a16:creationId xmlns:a16="http://schemas.microsoft.com/office/drawing/2014/main" id="{968FBE14-B8E4-4EBD-908B-0ACE31801B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3759837">
            <a:off x="8073259" y="3338737"/>
            <a:ext cx="1413641" cy="2201746"/>
          </a:xfrm>
          <a:prstGeom prst="rect">
            <a:avLst/>
          </a:prstGeom>
        </p:spPr>
      </p:pic>
    </p:spTree>
    <p:extLst>
      <p:ext uri="{BB962C8B-B14F-4D97-AF65-F5344CB8AC3E}">
        <p14:creationId xmlns:p14="http://schemas.microsoft.com/office/powerpoint/2010/main" val="31396811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B22A-4F31-0D95-2724-40C11138108F}"/>
              </a:ext>
            </a:extLst>
          </p:cNvPr>
          <p:cNvSpPr>
            <a:spLocks noGrp="1"/>
          </p:cNvSpPr>
          <p:nvPr>
            <p:ph type="title"/>
          </p:nvPr>
        </p:nvSpPr>
        <p:spPr>
          <a:xfrm>
            <a:off x="723900" y="61232"/>
            <a:ext cx="7696200" cy="715566"/>
          </a:xfrm>
        </p:spPr>
        <p:txBody>
          <a:bodyPr/>
          <a:lstStyle/>
          <a:p>
            <a:r>
              <a:rPr lang="en-IN" dirty="0"/>
              <a:t>Block Diagram</a:t>
            </a:r>
            <a:endParaRPr lang="en-US" dirty="0"/>
          </a:p>
        </p:txBody>
      </p:sp>
      <p:sp>
        <p:nvSpPr>
          <p:cNvPr id="3" name="TextBox 2">
            <a:extLst>
              <a:ext uri="{FF2B5EF4-FFF2-40B4-BE49-F238E27FC236}">
                <a16:creationId xmlns:a16="http://schemas.microsoft.com/office/drawing/2014/main" id="{00C769D3-F614-3726-0597-1A3C4DA80A5B}"/>
              </a:ext>
            </a:extLst>
          </p:cNvPr>
          <p:cNvSpPr txBox="1"/>
          <p:nvPr/>
        </p:nvSpPr>
        <p:spPr>
          <a:xfrm>
            <a:off x="3657600" y="1657350"/>
            <a:ext cx="1828800" cy="1828800"/>
          </a:xfrm>
          <a:prstGeom prst="rect">
            <a:avLst/>
          </a:prstGeom>
          <a:noFill/>
        </p:spPr>
        <p:txBody>
          <a:bodyPr wrap="square" rtlCol="0">
            <a:spAutoFit/>
          </a:bodyPr>
          <a:lstStyle/>
          <a:p>
            <a:pPr algn="l"/>
            <a:endParaRPr lang="en-US" dirty="0"/>
          </a:p>
        </p:txBody>
      </p:sp>
      <p:pic>
        <p:nvPicPr>
          <p:cNvPr id="4" name="Picture 3">
            <a:extLst>
              <a:ext uri="{FF2B5EF4-FFF2-40B4-BE49-F238E27FC236}">
                <a16:creationId xmlns:a16="http://schemas.microsoft.com/office/drawing/2014/main" id="{C5FF8E1F-5EC3-D0B0-BDD0-7BE432F9A9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084" y="1018268"/>
            <a:ext cx="5529832" cy="4064000"/>
          </a:xfrm>
          <a:prstGeom prst="rect">
            <a:avLst/>
          </a:prstGeom>
        </p:spPr>
      </p:pic>
    </p:spTree>
    <p:extLst>
      <p:ext uri="{BB962C8B-B14F-4D97-AF65-F5344CB8AC3E}">
        <p14:creationId xmlns:p14="http://schemas.microsoft.com/office/powerpoint/2010/main" val="19186219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B8B7E35-B49E-761E-98C8-93D39132F811}"/>
              </a:ext>
            </a:extLst>
          </p:cNvPr>
          <p:cNvSpPr>
            <a:spLocks noGrp="1"/>
          </p:cNvSpPr>
          <p:nvPr>
            <p:ph type="body" idx="10"/>
          </p:nvPr>
        </p:nvSpPr>
        <p:spPr>
          <a:xfrm>
            <a:off x="2192718" y="0"/>
            <a:ext cx="4951031" cy="2013856"/>
          </a:xfrm>
        </p:spPr>
        <p:txBody>
          <a:bodyPr/>
          <a:lstStyle/>
          <a:p>
            <a:r>
              <a:rPr lang="en-IN" dirty="0">
                <a:solidFill>
                  <a:srgbClr val="FFFFFF"/>
                </a:solidFill>
              </a:rPr>
              <a:t>Circuit Diagram</a:t>
            </a:r>
            <a:endParaRPr lang="en-US" dirty="0">
              <a:solidFill>
                <a:srgbClr val="FFFFFF"/>
              </a:solidFill>
            </a:endParaRPr>
          </a:p>
        </p:txBody>
      </p:sp>
      <p:pic>
        <p:nvPicPr>
          <p:cNvPr id="2" name="Picture 1">
            <a:extLst>
              <a:ext uri="{FF2B5EF4-FFF2-40B4-BE49-F238E27FC236}">
                <a16:creationId xmlns:a16="http://schemas.microsoft.com/office/drawing/2014/main" id="{CD91D89C-882A-C24A-B856-4BEBB94EA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2518" y="1254579"/>
            <a:ext cx="6531429" cy="3535136"/>
          </a:xfrm>
          <a:prstGeom prst="rect">
            <a:avLst/>
          </a:prstGeom>
        </p:spPr>
      </p:pic>
    </p:spTree>
    <p:extLst>
      <p:ext uri="{BB962C8B-B14F-4D97-AF65-F5344CB8AC3E}">
        <p14:creationId xmlns:p14="http://schemas.microsoft.com/office/powerpoint/2010/main" val="33486084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A83C2-B9B0-A352-A303-ADADA597621E}"/>
              </a:ext>
            </a:extLst>
          </p:cNvPr>
          <p:cNvSpPr>
            <a:spLocks noGrp="1"/>
          </p:cNvSpPr>
          <p:nvPr>
            <p:ph type="title"/>
          </p:nvPr>
        </p:nvSpPr>
        <p:spPr>
          <a:xfrm>
            <a:off x="723900" y="0"/>
            <a:ext cx="7696200" cy="715566"/>
          </a:xfrm>
        </p:spPr>
        <p:txBody>
          <a:bodyPr/>
          <a:lstStyle/>
          <a:p>
            <a:r>
              <a:rPr lang="en-IN" dirty="0"/>
              <a:t>PC Radar Interface Working</a:t>
            </a:r>
            <a:endParaRPr lang="en-US" dirty="0"/>
          </a:p>
        </p:txBody>
      </p:sp>
      <p:sp>
        <p:nvSpPr>
          <p:cNvPr id="6" name="TextBox 5">
            <a:extLst>
              <a:ext uri="{FF2B5EF4-FFF2-40B4-BE49-F238E27FC236}">
                <a16:creationId xmlns:a16="http://schemas.microsoft.com/office/drawing/2014/main" id="{218FDD44-E12F-3949-93BB-18E1374ADD32}"/>
              </a:ext>
            </a:extLst>
          </p:cNvPr>
          <p:cNvSpPr txBox="1"/>
          <p:nvPr/>
        </p:nvSpPr>
        <p:spPr>
          <a:xfrm>
            <a:off x="4599216" y="896183"/>
            <a:ext cx="4544787" cy="4247317"/>
          </a:xfrm>
          <a:prstGeom prst="rect">
            <a:avLst/>
          </a:prstGeom>
          <a:noFill/>
          <a:ln>
            <a:solidFill>
              <a:schemeClr val="accent1"/>
            </a:solidFill>
          </a:ln>
        </p:spPr>
        <p:txBody>
          <a:bodyPr wrap="square" rtlCol="0">
            <a:spAutoFit/>
          </a:bodyPr>
          <a:lstStyle/>
          <a:p>
            <a:pPr marL="285750" indent="-285750" algn="l">
              <a:buFont typeface="Arial" panose="020B0604020202020204" pitchFamily="34" charset="0"/>
              <a:buChar char="•"/>
            </a:pPr>
            <a:r>
              <a:rPr lang="en-GB" b="0" i="0" dirty="0">
                <a:solidFill>
                  <a:srgbClr val="D2D0CE"/>
                </a:solidFill>
                <a:effectLst/>
                <a:latin typeface="-apple-system"/>
              </a:rPr>
              <a:t>On the PC, the Processing IDE receives the data from the Arduino.</a:t>
            </a:r>
            <a:endParaRPr lang="en-IN" b="0" i="0" dirty="0">
              <a:solidFill>
                <a:srgbClr val="D2D0CE"/>
              </a:solidFill>
              <a:effectLst/>
              <a:latin typeface="-apple-system"/>
            </a:endParaRPr>
          </a:p>
          <a:p>
            <a:pPr marL="285750" indent="-285750" algn="l">
              <a:buFont typeface="Arial" panose="020B0604020202020204" pitchFamily="34" charset="0"/>
              <a:buChar char="•"/>
            </a:pPr>
            <a:r>
              <a:rPr lang="en-GB" b="0" i="0" dirty="0">
                <a:solidFill>
                  <a:srgbClr val="D2D0CE"/>
                </a:solidFill>
                <a:effectLst/>
                <a:latin typeface="-apple-system"/>
              </a:rPr>
              <a:t> </a:t>
            </a:r>
            <a:r>
              <a:rPr lang="en-IN" dirty="0">
                <a:solidFill>
                  <a:srgbClr val="D2D0CE"/>
                </a:solidFill>
                <a:latin typeface="-apple-system"/>
              </a:rPr>
              <a:t>I</a:t>
            </a:r>
            <a:r>
              <a:rPr lang="en-GB" b="0" i="0" dirty="0">
                <a:solidFill>
                  <a:srgbClr val="D2D0CE"/>
                </a:solidFill>
                <a:effectLst/>
                <a:latin typeface="-apple-system"/>
              </a:rPr>
              <a:t>t uses this data to draw a visual representation of the radar system. </a:t>
            </a:r>
            <a:endParaRPr lang="en-IN" b="0" i="0" dirty="0">
              <a:solidFill>
                <a:srgbClr val="D2D0CE"/>
              </a:solidFill>
              <a:effectLst/>
              <a:latin typeface="-apple-system"/>
            </a:endParaRPr>
          </a:p>
          <a:p>
            <a:pPr marL="285750" indent="-285750" algn="l">
              <a:buFont typeface="Arial" panose="020B0604020202020204" pitchFamily="34" charset="0"/>
              <a:buChar char="•"/>
            </a:pPr>
            <a:r>
              <a:rPr lang="en-GB" b="0" i="0" dirty="0">
                <a:solidFill>
                  <a:srgbClr val="D2D0CE"/>
                </a:solidFill>
                <a:effectLst/>
                <a:latin typeface="-apple-system"/>
              </a:rPr>
              <a:t>The interface typically shows a circular display with lines that represent the distances measured by the sensor. </a:t>
            </a:r>
            <a:endParaRPr lang="en-IN" b="0" i="0" dirty="0">
              <a:solidFill>
                <a:srgbClr val="D2D0CE"/>
              </a:solidFill>
              <a:effectLst/>
              <a:latin typeface="-apple-system"/>
            </a:endParaRPr>
          </a:p>
          <a:p>
            <a:pPr marL="285750" indent="-285750" algn="l">
              <a:buFont typeface="Arial" panose="020B0604020202020204" pitchFamily="34" charset="0"/>
              <a:buChar char="•"/>
            </a:pPr>
            <a:r>
              <a:rPr lang="en-GB" b="0" i="0" dirty="0">
                <a:solidFill>
                  <a:srgbClr val="D2D0CE"/>
                </a:solidFill>
                <a:effectLst/>
                <a:latin typeface="-apple-system"/>
              </a:rPr>
              <a:t>The PC interface updates in real-time as the sensor detects objects and the servo motor changes its position. </a:t>
            </a:r>
            <a:endParaRPr lang="en-IN" b="0" i="0" dirty="0">
              <a:solidFill>
                <a:srgbClr val="D2D0CE"/>
              </a:solidFill>
              <a:effectLst/>
              <a:latin typeface="-apple-system"/>
            </a:endParaRPr>
          </a:p>
          <a:p>
            <a:pPr marL="285750" indent="-285750" algn="l">
              <a:buFont typeface="Arial" panose="020B0604020202020204" pitchFamily="34" charset="0"/>
              <a:buChar char="•"/>
            </a:pPr>
            <a:r>
              <a:rPr lang="en-GB" b="0" i="0" dirty="0">
                <a:solidFill>
                  <a:srgbClr val="D2D0CE"/>
                </a:solidFill>
                <a:effectLst/>
                <a:latin typeface="-apple-system"/>
              </a:rPr>
              <a:t>This allows the user to see a live feed of the radar’s findings.</a:t>
            </a:r>
            <a:endParaRPr lang="en-IN" dirty="0">
              <a:solidFill>
                <a:srgbClr val="D2D0CE"/>
              </a:solidFill>
              <a:latin typeface="-apple-system"/>
            </a:endParaRPr>
          </a:p>
          <a:p>
            <a:pPr algn="l"/>
            <a:endParaRPr lang="en-IN" b="0" i="0" dirty="0">
              <a:solidFill>
                <a:srgbClr val="D2D0CE"/>
              </a:solidFill>
              <a:effectLst/>
              <a:latin typeface="-apple-system"/>
            </a:endParaRPr>
          </a:p>
          <a:p>
            <a:pPr algn="l"/>
            <a:endParaRPr lang="en-IN" dirty="0">
              <a:solidFill>
                <a:srgbClr val="D2D0CE"/>
              </a:solidFill>
              <a:latin typeface="-apple-system"/>
            </a:endParaRPr>
          </a:p>
          <a:p>
            <a:pPr algn="l"/>
            <a:endParaRPr lang="en-IN" b="0" i="0" dirty="0">
              <a:solidFill>
                <a:srgbClr val="D2D0CE"/>
              </a:solidFill>
              <a:effectLst/>
              <a:latin typeface="-apple-system"/>
            </a:endParaRPr>
          </a:p>
        </p:txBody>
      </p:sp>
      <p:pic>
        <p:nvPicPr>
          <p:cNvPr id="7" name="Picture 6">
            <a:extLst>
              <a:ext uri="{FF2B5EF4-FFF2-40B4-BE49-F238E27FC236}">
                <a16:creationId xmlns:a16="http://schemas.microsoft.com/office/drawing/2014/main" id="{35C16758-A72A-071B-5F31-C3DEBFEE2F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4143"/>
            <a:ext cx="4544786" cy="4109357"/>
          </a:xfrm>
          <a:prstGeom prst="rect">
            <a:avLst/>
          </a:prstGeom>
        </p:spPr>
      </p:pic>
    </p:spTree>
    <p:extLst>
      <p:ext uri="{BB962C8B-B14F-4D97-AF65-F5344CB8AC3E}">
        <p14:creationId xmlns:p14="http://schemas.microsoft.com/office/powerpoint/2010/main" val="7374767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495792E-BEB6-420E-8DA4-EB674E429EEB}"/>
              </a:ext>
            </a:extLst>
          </p:cNvPr>
          <p:cNvSpPr>
            <a:spLocks noGrp="1"/>
          </p:cNvSpPr>
          <p:nvPr>
            <p:ph sz="half" idx="2"/>
          </p:nvPr>
        </p:nvSpPr>
        <p:spPr>
          <a:xfrm>
            <a:off x="539931" y="1159771"/>
            <a:ext cx="4766966" cy="3983729"/>
          </a:xfrm>
        </p:spPr>
        <p:txBody>
          <a:bodyPr anchor="ctr">
            <a:noAutofit/>
          </a:bodyPr>
          <a:lstStyle/>
          <a:p>
            <a:endParaRPr lang="en-US" sz="1400" dirty="0"/>
          </a:p>
          <a:p>
            <a:endParaRPr lang="en-US" sz="1400" dirty="0"/>
          </a:p>
        </p:txBody>
      </p:sp>
      <p:sp>
        <p:nvSpPr>
          <p:cNvPr id="4" name="Title 3">
            <a:extLst>
              <a:ext uri="{FF2B5EF4-FFF2-40B4-BE49-F238E27FC236}">
                <a16:creationId xmlns:a16="http://schemas.microsoft.com/office/drawing/2014/main" id="{6153A5D8-3B98-4BE7-8334-478BB8EE0C12}"/>
              </a:ext>
            </a:extLst>
          </p:cNvPr>
          <p:cNvSpPr>
            <a:spLocks noGrp="1"/>
          </p:cNvSpPr>
          <p:nvPr>
            <p:ph type="title"/>
          </p:nvPr>
        </p:nvSpPr>
        <p:spPr>
          <a:xfrm rot="10800000" flipV="1">
            <a:off x="1946128" y="-305748"/>
            <a:ext cx="3635749" cy="1159770"/>
          </a:xfrm>
        </p:spPr>
        <p:txBody>
          <a:bodyPr>
            <a:normAutofit/>
          </a:bodyPr>
          <a:lstStyle/>
          <a:p>
            <a:pPr algn="l"/>
            <a:r>
              <a:rPr lang="en-IN" dirty="0"/>
              <a:t>Working</a:t>
            </a:r>
            <a:endParaRPr lang="en-US" dirty="0"/>
          </a:p>
        </p:txBody>
      </p:sp>
      <p:pic>
        <p:nvPicPr>
          <p:cNvPr id="7" name="Imagen 6">
            <a:extLst>
              <a:ext uri="{FF2B5EF4-FFF2-40B4-BE49-F238E27FC236}">
                <a16:creationId xmlns:a16="http://schemas.microsoft.com/office/drawing/2014/main" id="{BF9A46EA-C36C-44E3-8D64-B85A0EE79C93}"/>
              </a:ext>
            </a:extLst>
          </p:cNvPr>
          <p:cNvPicPr>
            <a:picLocks noChangeAspect="1"/>
          </p:cNvPicPr>
          <p:nvPr/>
        </p:nvPicPr>
        <p:blipFill rotWithShape="1">
          <a:blip r:embed="rId2">
            <a:alphaModFix/>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24683" r="24986"/>
          <a:stretch/>
        </p:blipFill>
        <p:spPr>
          <a:xfrm>
            <a:off x="6186057" y="0"/>
            <a:ext cx="2957943" cy="5143500"/>
          </a:xfrm>
          <a:prstGeom prst="rect">
            <a:avLst/>
          </a:prstGeom>
        </p:spPr>
      </p:pic>
      <p:pic>
        <p:nvPicPr>
          <p:cNvPr id="13" name="Imagen 12" descr="Forma&#10;&#10;Descripción generada automáticamente">
            <a:extLst>
              <a:ext uri="{FF2B5EF4-FFF2-40B4-BE49-F238E27FC236}">
                <a16:creationId xmlns:a16="http://schemas.microsoft.com/office/drawing/2014/main" id="{67EB3FFE-939D-44B7-8F1A-9FA917F268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1376192" y="3988592"/>
            <a:ext cx="3322320" cy="880771"/>
          </a:xfrm>
          <a:prstGeom prst="rect">
            <a:avLst/>
          </a:prstGeom>
        </p:spPr>
      </p:pic>
      <p:pic>
        <p:nvPicPr>
          <p:cNvPr id="15" name="Imagen 14" descr="Una estrella de color negro&#10;&#10;Descripción generada automáticamente con confianza baja">
            <a:extLst>
              <a:ext uri="{FF2B5EF4-FFF2-40B4-BE49-F238E27FC236}">
                <a16:creationId xmlns:a16="http://schemas.microsoft.com/office/drawing/2014/main" id="{62717050-0D14-4D02-AACE-8D44DABEF9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3759837">
            <a:off x="5368663" y="872705"/>
            <a:ext cx="1413641" cy="2201746"/>
          </a:xfrm>
          <a:prstGeom prst="rect">
            <a:avLst/>
          </a:prstGeom>
        </p:spPr>
      </p:pic>
      <p:pic>
        <p:nvPicPr>
          <p:cNvPr id="11" name="Imagen 10" descr="Forma, Círculo&#10;&#10;Descripción generada automáticamente">
            <a:extLst>
              <a:ext uri="{FF2B5EF4-FFF2-40B4-BE49-F238E27FC236}">
                <a16:creationId xmlns:a16="http://schemas.microsoft.com/office/drawing/2014/main" id="{1DA8C562-3E80-40E2-A1C7-475F44FAD184}"/>
              </a:ext>
            </a:extLst>
          </p:cNvPr>
          <p:cNvPicPr>
            <a:picLocks noChangeAspect="1"/>
          </p:cNvPicPr>
          <p:nvPr/>
        </p:nvPicPr>
        <p:blipFill rotWithShape="1">
          <a:blip r:embed="rId6">
            <a:alphaModFix amt="50000"/>
            <a:extLst>
              <a:ext uri="{28A0092B-C50C-407E-A947-70E740481C1C}">
                <a14:useLocalDpi xmlns:a14="http://schemas.microsoft.com/office/drawing/2010/main" val="0"/>
              </a:ext>
            </a:extLst>
          </a:blip>
          <a:srcRect r="52806" b="46362"/>
          <a:stretch/>
        </p:blipFill>
        <p:spPr>
          <a:xfrm>
            <a:off x="6716556" y="2384638"/>
            <a:ext cx="2427444" cy="2758862"/>
          </a:xfrm>
          <a:prstGeom prst="rect">
            <a:avLst/>
          </a:prstGeom>
        </p:spPr>
      </p:pic>
      <p:sp>
        <p:nvSpPr>
          <p:cNvPr id="2" name="TextBox 1">
            <a:extLst>
              <a:ext uri="{FF2B5EF4-FFF2-40B4-BE49-F238E27FC236}">
                <a16:creationId xmlns:a16="http://schemas.microsoft.com/office/drawing/2014/main" id="{A451257F-2877-CC87-E173-CFC7884B5A6A}"/>
              </a:ext>
            </a:extLst>
          </p:cNvPr>
          <p:cNvSpPr txBox="1"/>
          <p:nvPr/>
        </p:nvSpPr>
        <p:spPr>
          <a:xfrm>
            <a:off x="0" y="720035"/>
            <a:ext cx="6278235" cy="3970318"/>
          </a:xfrm>
          <a:prstGeom prst="rect">
            <a:avLst/>
          </a:prstGeom>
          <a:noFill/>
        </p:spPr>
        <p:txBody>
          <a:bodyPr wrap="square" rtlCol="0">
            <a:spAutoFit/>
          </a:bodyPr>
          <a:lstStyle/>
          <a:p>
            <a:pPr algn="l"/>
            <a:r>
              <a:rPr lang="en-US" dirty="0">
                <a:solidFill>
                  <a:srgbClr val="FFFFFF"/>
                </a:solidFill>
              </a:rPr>
              <a:t>The ultrasonic sensor is mounted on a servo motor that rotates </a:t>
            </a:r>
          </a:p>
          <a:p>
            <a:pPr algn="l"/>
            <a:r>
              <a:rPr lang="en-US" dirty="0">
                <a:solidFill>
                  <a:srgbClr val="FFFFFF"/>
                </a:solidFill>
              </a:rPr>
              <a:t>in a circular path.</a:t>
            </a:r>
          </a:p>
          <a:p>
            <a:pPr algn="l"/>
            <a:r>
              <a:rPr lang="en-US" dirty="0">
                <a:solidFill>
                  <a:srgbClr val="FFFFFF"/>
                </a:solidFill>
              </a:rPr>
              <a:t>• As the ultrasonic sensor rotates, it transmits ultrasonic waves </a:t>
            </a:r>
          </a:p>
          <a:p>
            <a:pPr algn="l"/>
            <a:r>
              <a:rPr lang="en-US" dirty="0">
                <a:solidFill>
                  <a:srgbClr val="FFFFFF"/>
                </a:solidFill>
              </a:rPr>
              <a:t>and listens for reflected waves.</a:t>
            </a:r>
          </a:p>
          <a:p>
            <a:pPr algn="l"/>
            <a:r>
              <a:rPr lang="en-US" dirty="0">
                <a:solidFill>
                  <a:srgbClr val="FFFFFF"/>
                </a:solidFill>
              </a:rPr>
              <a:t>• If the ultrasonic sensor detects an obstacle, the reflected waves </a:t>
            </a:r>
          </a:p>
          <a:p>
            <a:pPr algn="l"/>
            <a:r>
              <a:rPr lang="en-US" dirty="0">
                <a:solidFill>
                  <a:srgbClr val="FFFFFF"/>
                </a:solidFill>
              </a:rPr>
              <a:t>will be received by the sensor.</a:t>
            </a:r>
          </a:p>
          <a:p>
            <a:pPr algn="l"/>
            <a:r>
              <a:rPr lang="en-US" dirty="0">
                <a:solidFill>
                  <a:srgbClr val="FFFFFF"/>
                </a:solidFill>
              </a:rPr>
              <a:t>• The time it takes for the waves to travel back and forth is used </a:t>
            </a:r>
          </a:p>
          <a:p>
            <a:pPr algn="l"/>
            <a:r>
              <a:rPr lang="en-US" dirty="0">
                <a:solidFill>
                  <a:srgbClr val="FFFFFF"/>
                </a:solidFill>
              </a:rPr>
              <a:t>to calculate the distance of the obstacle.</a:t>
            </a:r>
          </a:p>
          <a:p>
            <a:pPr algn="l"/>
            <a:r>
              <a:rPr lang="en-US" dirty="0">
                <a:solidFill>
                  <a:srgbClr val="FFFFFF"/>
                </a:solidFill>
              </a:rPr>
              <a:t>• The angle of the obstacle is determined by the position of the </a:t>
            </a:r>
          </a:p>
          <a:p>
            <a:pPr algn="l"/>
            <a:r>
              <a:rPr lang="en-US" dirty="0">
                <a:solidFill>
                  <a:srgbClr val="FFFFFF"/>
                </a:solidFill>
              </a:rPr>
              <a:t>servo motor when the obstacle is detected.</a:t>
            </a:r>
          </a:p>
          <a:p>
            <a:pPr algn="l"/>
            <a:r>
              <a:rPr lang="en-US" dirty="0">
                <a:solidFill>
                  <a:srgbClr val="FFFFFF"/>
                </a:solidFill>
              </a:rPr>
              <a:t>• The distance and angle of the obstacle are displayed on the LCD </a:t>
            </a:r>
          </a:p>
          <a:p>
            <a:pPr algn="l"/>
            <a:r>
              <a:rPr lang="en-US" dirty="0">
                <a:solidFill>
                  <a:srgbClr val="FFFFFF"/>
                </a:solidFill>
              </a:rPr>
              <a:t>screen.</a:t>
            </a:r>
          </a:p>
          <a:p>
            <a:pPr algn="l"/>
            <a:r>
              <a:rPr lang="en-US" dirty="0">
                <a:solidFill>
                  <a:srgbClr val="FFFFFF"/>
                </a:solidFill>
              </a:rPr>
              <a:t>• The LEDs are used to indicate whether an obstacle has been </a:t>
            </a:r>
          </a:p>
          <a:p>
            <a:pPr algn="l"/>
            <a:r>
              <a:rPr lang="en-IN" dirty="0">
                <a:solidFill>
                  <a:srgbClr val="FFFFFF"/>
                </a:solidFill>
              </a:rPr>
              <a:t>d</a:t>
            </a:r>
            <a:r>
              <a:rPr lang="en-US" dirty="0" err="1">
                <a:solidFill>
                  <a:srgbClr val="FFFFFF"/>
                </a:solidFill>
              </a:rPr>
              <a:t>etected</a:t>
            </a:r>
            <a:r>
              <a:rPr lang="en-IN" dirty="0">
                <a:solidFill>
                  <a:srgbClr val="FFFFFF"/>
                </a:solidFill>
              </a:rPr>
              <a:t> at different distance</a:t>
            </a:r>
            <a:endParaRPr lang="en-US" dirty="0">
              <a:solidFill>
                <a:srgbClr val="FFFFFF"/>
              </a:solidFill>
            </a:endParaRPr>
          </a:p>
        </p:txBody>
      </p:sp>
    </p:spTree>
    <p:extLst>
      <p:ext uri="{BB962C8B-B14F-4D97-AF65-F5344CB8AC3E}">
        <p14:creationId xmlns:p14="http://schemas.microsoft.com/office/powerpoint/2010/main" val="42678864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E880D46-5EAE-45C7-BE76-5AF3DE03E5BF}"/>
              </a:ext>
            </a:extLst>
          </p:cNvPr>
          <p:cNvSpPr>
            <a:spLocks noGrp="1"/>
          </p:cNvSpPr>
          <p:nvPr>
            <p:ph type="title"/>
          </p:nvPr>
        </p:nvSpPr>
        <p:spPr>
          <a:xfrm>
            <a:off x="723900" y="552450"/>
            <a:ext cx="7696200" cy="715566"/>
          </a:xfrm>
        </p:spPr>
        <p:txBody>
          <a:bodyPr/>
          <a:lstStyle/>
          <a:p>
            <a:r>
              <a:rPr lang="en-IN" dirty="0"/>
              <a:t>Applications </a:t>
            </a:r>
            <a:endParaRPr lang="en-US" dirty="0"/>
          </a:p>
        </p:txBody>
      </p:sp>
      <p:sp>
        <p:nvSpPr>
          <p:cNvPr id="9" name="Content Placeholder 8">
            <a:extLst>
              <a:ext uri="{FF2B5EF4-FFF2-40B4-BE49-F238E27FC236}">
                <a16:creationId xmlns:a16="http://schemas.microsoft.com/office/drawing/2014/main" id="{A1185386-F46A-47AF-8D8C-7E2C93965291}"/>
              </a:ext>
            </a:extLst>
          </p:cNvPr>
          <p:cNvSpPr>
            <a:spLocks noGrp="1"/>
          </p:cNvSpPr>
          <p:nvPr>
            <p:ph sz="half" idx="1"/>
          </p:nvPr>
        </p:nvSpPr>
        <p:spPr>
          <a:xfrm>
            <a:off x="1155122" y="3302265"/>
            <a:ext cx="1880683" cy="774495"/>
          </a:xfrm>
        </p:spPr>
        <p:txBody>
          <a:bodyPr/>
          <a:lstStyle/>
          <a:p>
            <a:r>
              <a:rPr lang="en-IN" dirty="0"/>
              <a:t>It</a:t>
            </a:r>
            <a:r>
              <a:rPr lang="en-US" dirty="0"/>
              <a:t> can help robots navigate by avoiding obstacles and mapping their surroundings</a:t>
            </a:r>
          </a:p>
        </p:txBody>
      </p:sp>
      <p:sp>
        <p:nvSpPr>
          <p:cNvPr id="10" name="Content Placeholder 9">
            <a:extLst>
              <a:ext uri="{FF2B5EF4-FFF2-40B4-BE49-F238E27FC236}">
                <a16:creationId xmlns:a16="http://schemas.microsoft.com/office/drawing/2014/main" id="{8DD538B2-763C-4ABF-89E4-F1F2A3161781}"/>
              </a:ext>
            </a:extLst>
          </p:cNvPr>
          <p:cNvSpPr>
            <a:spLocks noGrp="1"/>
          </p:cNvSpPr>
          <p:nvPr>
            <p:ph sz="half" idx="2"/>
          </p:nvPr>
        </p:nvSpPr>
        <p:spPr>
          <a:xfrm>
            <a:off x="3516311" y="3577445"/>
            <a:ext cx="1994716" cy="224133"/>
          </a:xfrm>
        </p:spPr>
        <p:txBody>
          <a:bodyPr/>
          <a:lstStyle/>
          <a:p>
            <a:r>
              <a:rPr lang="en-US"/>
              <a:t>The radar can track the movement of objects, which is useful in industrial automation</a:t>
            </a:r>
            <a:endParaRPr lang="en-US" dirty="0"/>
          </a:p>
        </p:txBody>
      </p:sp>
      <p:sp>
        <p:nvSpPr>
          <p:cNvPr id="11" name="Text Placeholder 10">
            <a:extLst>
              <a:ext uri="{FF2B5EF4-FFF2-40B4-BE49-F238E27FC236}">
                <a16:creationId xmlns:a16="http://schemas.microsoft.com/office/drawing/2014/main" id="{D1AA76D7-703B-430D-8643-F79CEA4E7BA8}"/>
              </a:ext>
            </a:extLst>
          </p:cNvPr>
          <p:cNvSpPr>
            <a:spLocks noGrp="1"/>
          </p:cNvSpPr>
          <p:nvPr>
            <p:ph type="body" idx="14"/>
          </p:nvPr>
        </p:nvSpPr>
        <p:spPr>
          <a:xfrm>
            <a:off x="907029" y="2915611"/>
            <a:ext cx="2266333" cy="392482"/>
          </a:xfrm>
        </p:spPr>
        <p:txBody>
          <a:bodyPr/>
          <a:lstStyle/>
          <a:p>
            <a:r>
              <a:rPr lang="en-IN" dirty="0"/>
              <a:t>ROBOTICS</a:t>
            </a:r>
            <a:endParaRPr lang="en-US" dirty="0"/>
          </a:p>
        </p:txBody>
      </p:sp>
      <p:sp>
        <p:nvSpPr>
          <p:cNvPr id="12" name="Text Placeholder 11">
            <a:extLst>
              <a:ext uri="{FF2B5EF4-FFF2-40B4-BE49-F238E27FC236}">
                <a16:creationId xmlns:a16="http://schemas.microsoft.com/office/drawing/2014/main" id="{1BE4FF4A-BAA5-4B25-ACE6-07A823BC9BE0}"/>
              </a:ext>
            </a:extLst>
          </p:cNvPr>
          <p:cNvSpPr>
            <a:spLocks noGrp="1"/>
          </p:cNvSpPr>
          <p:nvPr>
            <p:ph type="body" idx="17"/>
          </p:nvPr>
        </p:nvSpPr>
        <p:spPr>
          <a:xfrm>
            <a:off x="3518059" y="2909783"/>
            <a:ext cx="2266333" cy="392482"/>
          </a:xfrm>
        </p:spPr>
        <p:txBody>
          <a:bodyPr/>
          <a:lstStyle/>
          <a:p>
            <a:r>
              <a:rPr lang="en-IN" dirty="0"/>
              <a:t>OBJECT TRACKING</a:t>
            </a:r>
            <a:endParaRPr lang="en-US" dirty="0"/>
          </a:p>
        </p:txBody>
      </p:sp>
      <p:sp>
        <p:nvSpPr>
          <p:cNvPr id="13" name="Content Placeholder 12">
            <a:extLst>
              <a:ext uri="{FF2B5EF4-FFF2-40B4-BE49-F238E27FC236}">
                <a16:creationId xmlns:a16="http://schemas.microsoft.com/office/drawing/2014/main" id="{740AFAEC-DB79-4682-8D61-FEF2BB95CE1F}"/>
              </a:ext>
            </a:extLst>
          </p:cNvPr>
          <p:cNvSpPr>
            <a:spLocks noGrp="1"/>
          </p:cNvSpPr>
          <p:nvPr>
            <p:ph sz="half" idx="18"/>
          </p:nvPr>
        </p:nvSpPr>
        <p:spPr>
          <a:xfrm>
            <a:off x="5975560" y="3668398"/>
            <a:ext cx="2444540" cy="591377"/>
          </a:xfrm>
        </p:spPr>
        <p:txBody>
          <a:bodyPr/>
          <a:lstStyle/>
          <a:p>
            <a:r>
              <a:rPr lang="en-US" dirty="0"/>
              <a:t>It can be used to monitor vehicle traffic and detect congestion in parking lots</a:t>
            </a:r>
          </a:p>
        </p:txBody>
      </p:sp>
      <p:sp>
        <p:nvSpPr>
          <p:cNvPr id="14" name="Text Placeholder 13">
            <a:extLst>
              <a:ext uri="{FF2B5EF4-FFF2-40B4-BE49-F238E27FC236}">
                <a16:creationId xmlns:a16="http://schemas.microsoft.com/office/drawing/2014/main" id="{F4F1E6C2-1D39-471C-ABC2-A396A3C50843}"/>
              </a:ext>
            </a:extLst>
          </p:cNvPr>
          <p:cNvSpPr>
            <a:spLocks noGrp="1"/>
          </p:cNvSpPr>
          <p:nvPr>
            <p:ph type="body" idx="19"/>
          </p:nvPr>
        </p:nvSpPr>
        <p:spPr>
          <a:xfrm>
            <a:off x="5991533" y="2909783"/>
            <a:ext cx="2266333" cy="392482"/>
          </a:xfrm>
        </p:spPr>
        <p:txBody>
          <a:bodyPr/>
          <a:lstStyle/>
          <a:p>
            <a:r>
              <a:rPr lang="en-IN" dirty="0"/>
              <a:t>TRAFFIC MONITORING</a:t>
            </a:r>
            <a:endParaRPr lang="en-US" dirty="0"/>
          </a:p>
        </p:txBody>
      </p:sp>
      <p:sp>
        <p:nvSpPr>
          <p:cNvPr id="15" name="Rectángulo 14">
            <a:extLst>
              <a:ext uri="{FF2B5EF4-FFF2-40B4-BE49-F238E27FC236}">
                <a16:creationId xmlns:a16="http://schemas.microsoft.com/office/drawing/2014/main" id="{9082AD20-6E2C-4BFD-90A2-CB082EB90141}"/>
              </a:ext>
            </a:extLst>
          </p:cNvPr>
          <p:cNvSpPr/>
          <p:nvPr/>
        </p:nvSpPr>
        <p:spPr>
          <a:xfrm>
            <a:off x="1598235" y="1791382"/>
            <a:ext cx="883920" cy="8839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7AD6E839-67DE-4B27-B1FF-6422C5169203}"/>
              </a:ext>
            </a:extLst>
          </p:cNvPr>
          <p:cNvSpPr/>
          <p:nvPr/>
        </p:nvSpPr>
        <p:spPr>
          <a:xfrm>
            <a:off x="4130040" y="1791382"/>
            <a:ext cx="883920" cy="8839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02D3DEA8-E3DE-42D5-94DC-28B174FC9A1E}"/>
              </a:ext>
            </a:extLst>
          </p:cNvPr>
          <p:cNvSpPr/>
          <p:nvPr/>
        </p:nvSpPr>
        <p:spPr>
          <a:xfrm>
            <a:off x="6661845" y="1791382"/>
            <a:ext cx="883920" cy="8839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Forma libre: forma 17">
            <a:extLst>
              <a:ext uri="{FF2B5EF4-FFF2-40B4-BE49-F238E27FC236}">
                <a16:creationId xmlns:a16="http://schemas.microsoft.com/office/drawing/2014/main" id="{33976FB0-521E-413F-8557-9CDED595F765}"/>
              </a:ext>
            </a:extLst>
          </p:cNvPr>
          <p:cNvSpPr/>
          <p:nvPr/>
        </p:nvSpPr>
        <p:spPr>
          <a:xfrm>
            <a:off x="6936158" y="2033734"/>
            <a:ext cx="377082" cy="377109"/>
          </a:xfrm>
          <a:custGeom>
            <a:avLst/>
            <a:gdLst>
              <a:gd name="connsiteX0" fmla="*/ 349120 w 377082"/>
              <a:gd name="connsiteY0" fmla="*/ 300707 h 377109"/>
              <a:gd name="connsiteX1" fmla="*/ 349120 w 377082"/>
              <a:gd name="connsiteY1" fmla="*/ 247027 h 377109"/>
              <a:gd name="connsiteX2" fmla="*/ 199584 w 377082"/>
              <a:gd name="connsiteY2" fmla="*/ 247027 h 377109"/>
              <a:gd name="connsiteX3" fmla="*/ 199584 w 377082"/>
              <a:gd name="connsiteY3" fmla="*/ 217050 h 377109"/>
              <a:gd name="connsiteX4" fmla="*/ 299630 w 377082"/>
              <a:gd name="connsiteY4" fmla="*/ 217050 h 377109"/>
              <a:gd name="connsiteX5" fmla="*/ 361125 w 377082"/>
              <a:gd name="connsiteY5" fmla="*/ 155681 h 377109"/>
              <a:gd name="connsiteX6" fmla="*/ 309962 w 377082"/>
              <a:gd name="connsiteY6" fmla="*/ 95050 h 377109"/>
              <a:gd name="connsiteX7" fmla="*/ 228389 w 377082"/>
              <a:gd name="connsiteY7" fmla="*/ 38882 h 377109"/>
              <a:gd name="connsiteX8" fmla="*/ 218274 w 377082"/>
              <a:gd name="connsiteY8" fmla="*/ 41538 h 377109"/>
              <a:gd name="connsiteX9" fmla="*/ 97320 w 377082"/>
              <a:gd name="connsiteY9" fmla="*/ 13213 h 377109"/>
              <a:gd name="connsiteX10" fmla="*/ 56370 w 377082"/>
              <a:gd name="connsiteY10" fmla="*/ 97874 h 377109"/>
              <a:gd name="connsiteX11" fmla="*/ 19763 w 377082"/>
              <a:gd name="connsiteY11" fmla="*/ 176686 h 377109"/>
              <a:gd name="connsiteX12" fmla="*/ 77445 w 377082"/>
              <a:gd name="connsiteY12" fmla="*/ 217029 h 377109"/>
              <a:gd name="connsiteX13" fmla="*/ 177491 w 377082"/>
              <a:gd name="connsiteY13" fmla="*/ 217029 h 377109"/>
              <a:gd name="connsiteX14" fmla="*/ 177491 w 377082"/>
              <a:gd name="connsiteY14" fmla="*/ 247006 h 377109"/>
              <a:gd name="connsiteX15" fmla="*/ 27962 w 377082"/>
              <a:gd name="connsiteY15" fmla="*/ 247006 h 377109"/>
              <a:gd name="connsiteX16" fmla="*/ 27962 w 377082"/>
              <a:gd name="connsiteY16" fmla="*/ 300686 h 377109"/>
              <a:gd name="connsiteX17" fmla="*/ 1610 w 377082"/>
              <a:gd name="connsiteY17" fmla="*/ 349130 h 377109"/>
              <a:gd name="connsiteX18" fmla="*/ 50054 w 377082"/>
              <a:gd name="connsiteY18" fmla="*/ 375489 h 377109"/>
              <a:gd name="connsiteX19" fmla="*/ 76406 w 377082"/>
              <a:gd name="connsiteY19" fmla="*/ 327038 h 377109"/>
              <a:gd name="connsiteX20" fmla="*/ 50054 w 377082"/>
              <a:gd name="connsiteY20" fmla="*/ 300686 h 377109"/>
              <a:gd name="connsiteX21" fmla="*/ 50054 w 377082"/>
              <a:gd name="connsiteY21" fmla="*/ 269099 h 377109"/>
              <a:gd name="connsiteX22" fmla="*/ 177491 w 377082"/>
              <a:gd name="connsiteY22" fmla="*/ 269099 h 377109"/>
              <a:gd name="connsiteX23" fmla="*/ 177491 w 377082"/>
              <a:gd name="connsiteY23" fmla="*/ 300686 h 377109"/>
              <a:gd name="connsiteX24" fmla="*/ 151133 w 377082"/>
              <a:gd name="connsiteY24" fmla="*/ 349137 h 377109"/>
              <a:gd name="connsiteX25" fmla="*/ 199584 w 377082"/>
              <a:gd name="connsiteY25" fmla="*/ 375503 h 377109"/>
              <a:gd name="connsiteX26" fmla="*/ 225943 w 377082"/>
              <a:gd name="connsiteY26" fmla="*/ 327045 h 377109"/>
              <a:gd name="connsiteX27" fmla="*/ 199584 w 377082"/>
              <a:gd name="connsiteY27" fmla="*/ 300686 h 377109"/>
              <a:gd name="connsiteX28" fmla="*/ 199584 w 377082"/>
              <a:gd name="connsiteY28" fmla="*/ 269099 h 377109"/>
              <a:gd name="connsiteX29" fmla="*/ 327028 w 377082"/>
              <a:gd name="connsiteY29" fmla="*/ 269099 h 377109"/>
              <a:gd name="connsiteX30" fmla="*/ 327028 w 377082"/>
              <a:gd name="connsiteY30" fmla="*/ 300686 h 377109"/>
              <a:gd name="connsiteX31" fmla="*/ 300676 w 377082"/>
              <a:gd name="connsiteY31" fmla="*/ 349130 h 377109"/>
              <a:gd name="connsiteX32" fmla="*/ 349120 w 377082"/>
              <a:gd name="connsiteY32" fmla="*/ 375489 h 377109"/>
              <a:gd name="connsiteX33" fmla="*/ 375472 w 377082"/>
              <a:gd name="connsiteY33" fmla="*/ 327038 h 377109"/>
              <a:gd name="connsiteX34" fmla="*/ 349120 w 377082"/>
              <a:gd name="connsiteY34" fmla="*/ 300686 h 377109"/>
              <a:gd name="connsiteX35" fmla="*/ 38112 w 377082"/>
              <a:gd name="connsiteY35" fmla="*/ 155611 h 377109"/>
              <a:gd name="connsiteX36" fmla="*/ 70836 w 377082"/>
              <a:gd name="connsiteY36" fmla="*/ 116836 h 377109"/>
              <a:gd name="connsiteX37" fmla="*/ 82506 w 377082"/>
              <a:gd name="connsiteY37" fmla="*/ 114863 h 377109"/>
              <a:gd name="connsiteX38" fmla="*/ 79718 w 377082"/>
              <a:gd name="connsiteY38" fmla="*/ 103354 h 377109"/>
              <a:gd name="connsiteX39" fmla="*/ 128148 w 377082"/>
              <a:gd name="connsiteY39" fmla="*/ 23956 h 377109"/>
              <a:gd name="connsiteX40" fmla="*/ 203341 w 377082"/>
              <a:gd name="connsiteY40" fmla="*/ 60319 h 377109"/>
              <a:gd name="connsiteX41" fmla="*/ 208221 w 377082"/>
              <a:gd name="connsiteY41" fmla="*/ 70936 h 377109"/>
              <a:gd name="connsiteX42" fmla="*/ 218539 w 377082"/>
              <a:gd name="connsiteY42" fmla="*/ 65436 h 377109"/>
              <a:gd name="connsiteX43" fmla="*/ 241043 w 377082"/>
              <a:gd name="connsiteY43" fmla="*/ 59824 h 377109"/>
              <a:gd name="connsiteX44" fmla="*/ 288964 w 377082"/>
              <a:gd name="connsiteY44" fmla="*/ 105675 h 377109"/>
              <a:gd name="connsiteX45" fmla="*/ 289403 w 377082"/>
              <a:gd name="connsiteY45" fmla="*/ 116181 h 377109"/>
              <a:gd name="connsiteX46" fmla="*/ 299923 w 377082"/>
              <a:gd name="connsiteY46" fmla="*/ 116258 h 377109"/>
              <a:gd name="connsiteX47" fmla="*/ 338607 w 377082"/>
              <a:gd name="connsiteY47" fmla="*/ 156238 h 377109"/>
              <a:gd name="connsiteX48" fmla="*/ 299630 w 377082"/>
              <a:gd name="connsiteY48" fmla="*/ 194930 h 377109"/>
              <a:gd name="connsiteX49" fmla="*/ 77445 w 377082"/>
              <a:gd name="connsiteY49" fmla="*/ 194930 h 377109"/>
              <a:gd name="connsiteX50" fmla="*/ 38112 w 377082"/>
              <a:gd name="connsiteY50" fmla="*/ 155590 h 377109"/>
              <a:gd name="connsiteX51" fmla="*/ 55910 w 377082"/>
              <a:gd name="connsiteY51" fmla="*/ 338102 h 377109"/>
              <a:gd name="connsiteX52" fmla="*/ 39005 w 377082"/>
              <a:gd name="connsiteY52" fmla="*/ 355007 h 377109"/>
              <a:gd name="connsiteX53" fmla="*/ 22099 w 377082"/>
              <a:gd name="connsiteY53" fmla="*/ 338102 h 377109"/>
              <a:gd name="connsiteX54" fmla="*/ 39005 w 377082"/>
              <a:gd name="connsiteY54" fmla="*/ 321196 h 377109"/>
              <a:gd name="connsiteX55" fmla="*/ 39011 w 377082"/>
              <a:gd name="connsiteY55" fmla="*/ 321196 h 377109"/>
              <a:gd name="connsiteX56" fmla="*/ 55910 w 377082"/>
              <a:gd name="connsiteY56" fmla="*/ 338102 h 377109"/>
              <a:gd name="connsiteX57" fmla="*/ 205447 w 377082"/>
              <a:gd name="connsiteY57" fmla="*/ 338102 h 377109"/>
              <a:gd name="connsiteX58" fmla="*/ 188541 w 377082"/>
              <a:gd name="connsiteY58" fmla="*/ 355007 h 377109"/>
              <a:gd name="connsiteX59" fmla="*/ 171636 w 377082"/>
              <a:gd name="connsiteY59" fmla="*/ 338102 h 377109"/>
              <a:gd name="connsiteX60" fmla="*/ 188541 w 377082"/>
              <a:gd name="connsiteY60" fmla="*/ 321196 h 377109"/>
              <a:gd name="connsiteX61" fmla="*/ 205447 w 377082"/>
              <a:gd name="connsiteY61" fmla="*/ 338102 h 377109"/>
              <a:gd name="connsiteX62" fmla="*/ 338071 w 377082"/>
              <a:gd name="connsiteY62" fmla="*/ 355000 h 377109"/>
              <a:gd name="connsiteX63" fmla="*/ 321165 w 377082"/>
              <a:gd name="connsiteY63" fmla="*/ 338095 h 377109"/>
              <a:gd name="connsiteX64" fmla="*/ 338071 w 377082"/>
              <a:gd name="connsiteY64" fmla="*/ 321189 h 377109"/>
              <a:gd name="connsiteX65" fmla="*/ 354976 w 377082"/>
              <a:gd name="connsiteY65" fmla="*/ 338095 h 377109"/>
              <a:gd name="connsiteX66" fmla="*/ 354976 w 377082"/>
              <a:gd name="connsiteY66" fmla="*/ 338102 h 377109"/>
              <a:gd name="connsiteX67" fmla="*/ 338071 w 377082"/>
              <a:gd name="connsiteY67" fmla="*/ 355000 h 3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77082" h="377109">
                <a:moveTo>
                  <a:pt x="349120" y="300707"/>
                </a:moveTo>
                <a:lnTo>
                  <a:pt x="349120" y="247027"/>
                </a:lnTo>
                <a:lnTo>
                  <a:pt x="199584" y="247027"/>
                </a:lnTo>
                <a:lnTo>
                  <a:pt x="199584" y="217050"/>
                </a:lnTo>
                <a:lnTo>
                  <a:pt x="299630" y="217050"/>
                </a:lnTo>
                <a:cubicBezTo>
                  <a:pt x="333560" y="217085"/>
                  <a:pt x="361090" y="189611"/>
                  <a:pt x="361125" y="155681"/>
                </a:cubicBezTo>
                <a:cubicBezTo>
                  <a:pt x="361153" y="125690"/>
                  <a:pt x="339528" y="100063"/>
                  <a:pt x="309962" y="95050"/>
                </a:cubicBezTo>
                <a:cubicBezTo>
                  <a:pt x="302949" y="57015"/>
                  <a:pt x="266426" y="31862"/>
                  <a:pt x="228389" y="38882"/>
                </a:cubicBezTo>
                <a:cubicBezTo>
                  <a:pt x="224953" y="39509"/>
                  <a:pt x="221572" y="40402"/>
                  <a:pt x="218274" y="41538"/>
                </a:cubicBezTo>
                <a:cubicBezTo>
                  <a:pt x="192696" y="316"/>
                  <a:pt x="138542" y="-12365"/>
                  <a:pt x="97320" y="13213"/>
                </a:cubicBezTo>
                <a:cubicBezTo>
                  <a:pt x="68445" y="31137"/>
                  <a:pt x="52494" y="64111"/>
                  <a:pt x="56370" y="97874"/>
                </a:cubicBezTo>
                <a:cubicBezTo>
                  <a:pt x="24497" y="109530"/>
                  <a:pt x="8107" y="144813"/>
                  <a:pt x="19763" y="176686"/>
                </a:cubicBezTo>
                <a:cubicBezTo>
                  <a:pt x="28617" y="200904"/>
                  <a:pt x="51658" y="217015"/>
                  <a:pt x="77445" y="217029"/>
                </a:cubicBezTo>
                <a:lnTo>
                  <a:pt x="177491" y="217029"/>
                </a:lnTo>
                <a:lnTo>
                  <a:pt x="177491" y="247006"/>
                </a:lnTo>
                <a:lnTo>
                  <a:pt x="27962" y="247006"/>
                </a:lnTo>
                <a:lnTo>
                  <a:pt x="27962" y="300686"/>
                </a:lnTo>
                <a:cubicBezTo>
                  <a:pt x="7306" y="306786"/>
                  <a:pt x="-4497" y="328474"/>
                  <a:pt x="1610" y="349130"/>
                </a:cubicBezTo>
                <a:cubicBezTo>
                  <a:pt x="7710" y="369787"/>
                  <a:pt x="29398" y="381589"/>
                  <a:pt x="50054" y="375489"/>
                </a:cubicBezTo>
                <a:cubicBezTo>
                  <a:pt x="70711" y="369389"/>
                  <a:pt x="82506" y="347694"/>
                  <a:pt x="76406" y="327038"/>
                </a:cubicBezTo>
                <a:cubicBezTo>
                  <a:pt x="72662" y="314357"/>
                  <a:pt x="62742" y="304430"/>
                  <a:pt x="50054" y="300686"/>
                </a:cubicBezTo>
                <a:lnTo>
                  <a:pt x="50054" y="269099"/>
                </a:lnTo>
                <a:lnTo>
                  <a:pt x="177491" y="269099"/>
                </a:lnTo>
                <a:lnTo>
                  <a:pt x="177491" y="300686"/>
                </a:lnTo>
                <a:cubicBezTo>
                  <a:pt x="156828" y="306786"/>
                  <a:pt x="145025" y="328481"/>
                  <a:pt x="151133" y="349137"/>
                </a:cubicBezTo>
                <a:cubicBezTo>
                  <a:pt x="157233" y="369801"/>
                  <a:pt x="178920" y="381603"/>
                  <a:pt x="199584" y="375503"/>
                </a:cubicBezTo>
                <a:cubicBezTo>
                  <a:pt x="220247" y="369403"/>
                  <a:pt x="232049" y="347708"/>
                  <a:pt x="225943" y="327045"/>
                </a:cubicBezTo>
                <a:cubicBezTo>
                  <a:pt x="222199" y="314357"/>
                  <a:pt x="212272" y="304430"/>
                  <a:pt x="199584" y="300686"/>
                </a:cubicBezTo>
                <a:lnTo>
                  <a:pt x="199584" y="269099"/>
                </a:lnTo>
                <a:lnTo>
                  <a:pt x="327028" y="269099"/>
                </a:lnTo>
                <a:lnTo>
                  <a:pt x="327028" y="300686"/>
                </a:lnTo>
                <a:cubicBezTo>
                  <a:pt x="306372" y="306786"/>
                  <a:pt x="294569" y="328474"/>
                  <a:pt x="300676" y="349130"/>
                </a:cubicBezTo>
                <a:cubicBezTo>
                  <a:pt x="306776" y="369787"/>
                  <a:pt x="328464" y="381589"/>
                  <a:pt x="349120" y="375489"/>
                </a:cubicBezTo>
                <a:cubicBezTo>
                  <a:pt x="369777" y="369389"/>
                  <a:pt x="381579" y="347694"/>
                  <a:pt x="375472" y="327038"/>
                </a:cubicBezTo>
                <a:cubicBezTo>
                  <a:pt x="371729" y="314357"/>
                  <a:pt x="361808" y="304430"/>
                  <a:pt x="349120" y="300686"/>
                </a:cubicBezTo>
                <a:close/>
                <a:moveTo>
                  <a:pt x="38112" y="155611"/>
                </a:moveTo>
                <a:cubicBezTo>
                  <a:pt x="38056" y="136419"/>
                  <a:pt x="51902" y="120001"/>
                  <a:pt x="70836" y="116836"/>
                </a:cubicBezTo>
                <a:lnTo>
                  <a:pt x="82506" y="114863"/>
                </a:lnTo>
                <a:lnTo>
                  <a:pt x="79718" y="103354"/>
                </a:lnTo>
                <a:cubicBezTo>
                  <a:pt x="71164" y="68057"/>
                  <a:pt x="92852" y="32510"/>
                  <a:pt x="128148" y="23956"/>
                </a:cubicBezTo>
                <a:cubicBezTo>
                  <a:pt x="158683" y="16560"/>
                  <a:pt x="190179" y="31792"/>
                  <a:pt x="203341" y="60319"/>
                </a:cubicBezTo>
                <a:lnTo>
                  <a:pt x="208221" y="70936"/>
                </a:lnTo>
                <a:lnTo>
                  <a:pt x="218539" y="65436"/>
                </a:lnTo>
                <a:cubicBezTo>
                  <a:pt x="225455" y="61727"/>
                  <a:pt x="233193" y="59796"/>
                  <a:pt x="241043" y="59824"/>
                </a:cubicBezTo>
                <a:cubicBezTo>
                  <a:pt x="266746" y="59734"/>
                  <a:pt x="287918" y="79993"/>
                  <a:pt x="288964" y="105675"/>
                </a:cubicBezTo>
                <a:lnTo>
                  <a:pt x="289403" y="116181"/>
                </a:lnTo>
                <a:lnTo>
                  <a:pt x="299923" y="116258"/>
                </a:lnTo>
                <a:cubicBezTo>
                  <a:pt x="321646" y="116613"/>
                  <a:pt x="338970" y="134516"/>
                  <a:pt x="338607" y="156238"/>
                </a:cubicBezTo>
                <a:cubicBezTo>
                  <a:pt x="338259" y="177571"/>
                  <a:pt x="320963" y="194735"/>
                  <a:pt x="299630" y="194930"/>
                </a:cubicBezTo>
                <a:lnTo>
                  <a:pt x="77445" y="194930"/>
                </a:lnTo>
                <a:cubicBezTo>
                  <a:pt x="55729" y="194902"/>
                  <a:pt x="38133" y="177306"/>
                  <a:pt x="38112" y="155590"/>
                </a:cubicBezTo>
                <a:close/>
                <a:moveTo>
                  <a:pt x="55910" y="338102"/>
                </a:moveTo>
                <a:cubicBezTo>
                  <a:pt x="55910" y="347436"/>
                  <a:pt x="48339" y="355007"/>
                  <a:pt x="39005" y="355007"/>
                </a:cubicBezTo>
                <a:cubicBezTo>
                  <a:pt x="29670" y="355007"/>
                  <a:pt x="22099" y="347436"/>
                  <a:pt x="22099" y="338102"/>
                </a:cubicBezTo>
                <a:cubicBezTo>
                  <a:pt x="22099" y="328767"/>
                  <a:pt x="29670" y="321196"/>
                  <a:pt x="39005" y="321196"/>
                </a:cubicBezTo>
                <a:cubicBezTo>
                  <a:pt x="39005" y="321196"/>
                  <a:pt x="39011" y="321196"/>
                  <a:pt x="39011" y="321196"/>
                </a:cubicBezTo>
                <a:cubicBezTo>
                  <a:pt x="48346" y="321203"/>
                  <a:pt x="55903" y="328767"/>
                  <a:pt x="55910" y="338102"/>
                </a:cubicBezTo>
                <a:close/>
                <a:moveTo>
                  <a:pt x="205447" y="338102"/>
                </a:moveTo>
                <a:cubicBezTo>
                  <a:pt x="205447" y="347436"/>
                  <a:pt x="197876" y="355007"/>
                  <a:pt x="188541" y="355007"/>
                </a:cubicBezTo>
                <a:cubicBezTo>
                  <a:pt x="179206" y="355007"/>
                  <a:pt x="171636" y="347436"/>
                  <a:pt x="171636" y="338102"/>
                </a:cubicBezTo>
                <a:cubicBezTo>
                  <a:pt x="171636" y="328767"/>
                  <a:pt x="179206" y="321196"/>
                  <a:pt x="188541" y="321196"/>
                </a:cubicBezTo>
                <a:cubicBezTo>
                  <a:pt x="197876" y="321203"/>
                  <a:pt x="205440" y="328767"/>
                  <a:pt x="205447" y="338102"/>
                </a:cubicBezTo>
                <a:close/>
                <a:moveTo>
                  <a:pt x="338071" y="355000"/>
                </a:moveTo>
                <a:cubicBezTo>
                  <a:pt x="328736" y="355000"/>
                  <a:pt x="321165" y="347429"/>
                  <a:pt x="321165" y="338095"/>
                </a:cubicBezTo>
                <a:cubicBezTo>
                  <a:pt x="321165" y="328760"/>
                  <a:pt x="328736" y="321189"/>
                  <a:pt x="338071" y="321189"/>
                </a:cubicBezTo>
                <a:cubicBezTo>
                  <a:pt x="347405" y="321189"/>
                  <a:pt x="354976" y="328760"/>
                  <a:pt x="354976" y="338095"/>
                </a:cubicBezTo>
                <a:cubicBezTo>
                  <a:pt x="354976" y="338095"/>
                  <a:pt x="354976" y="338102"/>
                  <a:pt x="354976" y="338102"/>
                </a:cubicBezTo>
                <a:cubicBezTo>
                  <a:pt x="354969" y="347436"/>
                  <a:pt x="347405" y="354993"/>
                  <a:pt x="338071" y="355000"/>
                </a:cubicBezTo>
                <a:close/>
              </a:path>
            </a:pathLst>
          </a:custGeom>
          <a:solidFill>
            <a:schemeClr val="bg1"/>
          </a:solidFill>
          <a:ln w="696"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2CFE86D2-89A5-43A2-B767-27A4A8B82035}"/>
              </a:ext>
            </a:extLst>
          </p:cNvPr>
          <p:cNvSpPr/>
          <p:nvPr/>
        </p:nvSpPr>
        <p:spPr>
          <a:xfrm>
            <a:off x="4393919" y="2055878"/>
            <a:ext cx="377055" cy="377048"/>
          </a:xfrm>
          <a:custGeom>
            <a:avLst/>
            <a:gdLst>
              <a:gd name="connsiteX0" fmla="*/ 188528 w 377055"/>
              <a:gd name="connsiteY0" fmla="*/ 0 h 377048"/>
              <a:gd name="connsiteX1" fmla="*/ 0 w 377055"/>
              <a:gd name="connsiteY1" fmla="*/ 188528 h 377048"/>
              <a:gd name="connsiteX2" fmla="*/ 188528 w 377055"/>
              <a:gd name="connsiteY2" fmla="*/ 377048 h 377048"/>
              <a:gd name="connsiteX3" fmla="*/ 377055 w 377055"/>
              <a:gd name="connsiteY3" fmla="*/ 188528 h 377048"/>
              <a:gd name="connsiteX4" fmla="*/ 188528 w 377055"/>
              <a:gd name="connsiteY4" fmla="*/ 0 h 377048"/>
              <a:gd name="connsiteX5" fmla="*/ 177485 w 377055"/>
              <a:gd name="connsiteY5" fmla="*/ 92531 h 377048"/>
              <a:gd name="connsiteX6" fmla="*/ 128155 w 377055"/>
              <a:gd name="connsiteY6" fmla="*/ 85609 h 377048"/>
              <a:gd name="connsiteX7" fmla="*/ 136417 w 377055"/>
              <a:gd name="connsiteY7" fmla="*/ 68354 h 377048"/>
              <a:gd name="connsiteX8" fmla="*/ 177485 w 377055"/>
              <a:gd name="connsiteY8" fmla="*/ 24435 h 377048"/>
              <a:gd name="connsiteX9" fmla="*/ 177485 w 377055"/>
              <a:gd name="connsiteY9" fmla="*/ 114645 h 377048"/>
              <a:gd name="connsiteX10" fmla="*/ 177485 w 377055"/>
              <a:gd name="connsiteY10" fmla="*/ 177478 h 377048"/>
              <a:gd name="connsiteX11" fmla="*/ 108468 w 377055"/>
              <a:gd name="connsiteY11" fmla="*/ 177478 h 377048"/>
              <a:gd name="connsiteX12" fmla="*/ 120529 w 377055"/>
              <a:gd name="connsiteY12" fmla="*/ 106460 h 377048"/>
              <a:gd name="connsiteX13" fmla="*/ 177464 w 377055"/>
              <a:gd name="connsiteY13" fmla="*/ 114645 h 377048"/>
              <a:gd name="connsiteX14" fmla="*/ 177485 w 377055"/>
              <a:gd name="connsiteY14" fmla="*/ 199570 h 377048"/>
              <a:gd name="connsiteX15" fmla="*/ 177485 w 377055"/>
              <a:gd name="connsiteY15" fmla="*/ 262403 h 377048"/>
              <a:gd name="connsiteX16" fmla="*/ 120550 w 377055"/>
              <a:gd name="connsiteY16" fmla="*/ 270588 h 377048"/>
              <a:gd name="connsiteX17" fmla="*/ 108489 w 377055"/>
              <a:gd name="connsiteY17" fmla="*/ 199570 h 377048"/>
              <a:gd name="connsiteX18" fmla="*/ 177485 w 377055"/>
              <a:gd name="connsiteY18" fmla="*/ 284517 h 377048"/>
              <a:gd name="connsiteX19" fmla="*/ 177485 w 377055"/>
              <a:gd name="connsiteY19" fmla="*/ 352593 h 377048"/>
              <a:gd name="connsiteX20" fmla="*/ 136417 w 377055"/>
              <a:gd name="connsiteY20" fmla="*/ 308673 h 377048"/>
              <a:gd name="connsiteX21" fmla="*/ 128155 w 377055"/>
              <a:gd name="connsiteY21" fmla="*/ 291419 h 377048"/>
              <a:gd name="connsiteX22" fmla="*/ 177485 w 377055"/>
              <a:gd name="connsiteY22" fmla="*/ 284496 h 377048"/>
              <a:gd name="connsiteX23" fmla="*/ 199577 w 377055"/>
              <a:gd name="connsiteY23" fmla="*/ 284517 h 377048"/>
              <a:gd name="connsiteX24" fmla="*/ 248900 w 377055"/>
              <a:gd name="connsiteY24" fmla="*/ 291439 h 377048"/>
              <a:gd name="connsiteX25" fmla="*/ 240646 w 377055"/>
              <a:gd name="connsiteY25" fmla="*/ 308694 h 377048"/>
              <a:gd name="connsiteX26" fmla="*/ 199577 w 377055"/>
              <a:gd name="connsiteY26" fmla="*/ 352613 h 377048"/>
              <a:gd name="connsiteX27" fmla="*/ 199577 w 377055"/>
              <a:gd name="connsiteY27" fmla="*/ 262403 h 377048"/>
              <a:gd name="connsiteX28" fmla="*/ 199577 w 377055"/>
              <a:gd name="connsiteY28" fmla="*/ 199570 h 377048"/>
              <a:gd name="connsiteX29" fmla="*/ 268594 w 377055"/>
              <a:gd name="connsiteY29" fmla="*/ 199570 h 377048"/>
              <a:gd name="connsiteX30" fmla="*/ 256527 w 377055"/>
              <a:gd name="connsiteY30" fmla="*/ 270588 h 377048"/>
              <a:gd name="connsiteX31" fmla="*/ 199598 w 377055"/>
              <a:gd name="connsiteY31" fmla="*/ 262403 h 377048"/>
              <a:gd name="connsiteX32" fmla="*/ 199577 w 377055"/>
              <a:gd name="connsiteY32" fmla="*/ 177478 h 377048"/>
              <a:gd name="connsiteX33" fmla="*/ 199577 w 377055"/>
              <a:gd name="connsiteY33" fmla="*/ 114645 h 377048"/>
              <a:gd name="connsiteX34" fmla="*/ 256506 w 377055"/>
              <a:gd name="connsiteY34" fmla="*/ 106460 h 377048"/>
              <a:gd name="connsiteX35" fmla="*/ 268573 w 377055"/>
              <a:gd name="connsiteY35" fmla="*/ 177478 h 377048"/>
              <a:gd name="connsiteX36" fmla="*/ 199577 w 377055"/>
              <a:gd name="connsiteY36" fmla="*/ 92531 h 377048"/>
              <a:gd name="connsiteX37" fmla="*/ 199577 w 377055"/>
              <a:gd name="connsiteY37" fmla="*/ 24456 h 377048"/>
              <a:gd name="connsiteX38" fmla="*/ 240646 w 377055"/>
              <a:gd name="connsiteY38" fmla="*/ 68376 h 377048"/>
              <a:gd name="connsiteX39" fmla="*/ 248900 w 377055"/>
              <a:gd name="connsiteY39" fmla="*/ 85630 h 377048"/>
              <a:gd name="connsiteX40" fmla="*/ 199577 w 377055"/>
              <a:gd name="connsiteY40" fmla="*/ 92553 h 377048"/>
              <a:gd name="connsiteX41" fmla="*/ 260061 w 377055"/>
              <a:gd name="connsiteY41" fmla="*/ 57814 h 377048"/>
              <a:gd name="connsiteX42" fmla="*/ 242187 w 377055"/>
              <a:gd name="connsiteY42" fmla="*/ 30967 h 377048"/>
              <a:gd name="connsiteX43" fmla="*/ 301109 w 377055"/>
              <a:gd name="connsiteY43" fmla="*/ 66054 h 377048"/>
              <a:gd name="connsiteX44" fmla="*/ 270288 w 377055"/>
              <a:gd name="connsiteY44" fmla="*/ 79390 h 377048"/>
              <a:gd name="connsiteX45" fmla="*/ 260061 w 377055"/>
              <a:gd name="connsiteY45" fmla="*/ 57814 h 377048"/>
              <a:gd name="connsiteX46" fmla="*/ 116994 w 377055"/>
              <a:gd name="connsiteY46" fmla="*/ 57814 h 377048"/>
              <a:gd name="connsiteX47" fmla="*/ 106767 w 377055"/>
              <a:gd name="connsiteY47" fmla="*/ 79390 h 377048"/>
              <a:gd name="connsiteX48" fmla="*/ 75954 w 377055"/>
              <a:gd name="connsiteY48" fmla="*/ 66054 h 377048"/>
              <a:gd name="connsiteX49" fmla="*/ 134876 w 377055"/>
              <a:gd name="connsiteY49" fmla="*/ 30967 h 377048"/>
              <a:gd name="connsiteX50" fmla="*/ 116994 w 377055"/>
              <a:gd name="connsiteY50" fmla="*/ 57814 h 377048"/>
              <a:gd name="connsiteX51" fmla="*/ 99294 w 377055"/>
              <a:gd name="connsiteY51" fmla="*/ 100158 h 377048"/>
              <a:gd name="connsiteX52" fmla="*/ 86369 w 377055"/>
              <a:gd name="connsiteY52" fmla="*/ 177478 h 377048"/>
              <a:gd name="connsiteX53" fmla="*/ 22469 w 377055"/>
              <a:gd name="connsiteY53" fmla="*/ 177478 h 377048"/>
              <a:gd name="connsiteX54" fmla="*/ 60247 w 377055"/>
              <a:gd name="connsiteY54" fmla="*/ 82625 h 377048"/>
              <a:gd name="connsiteX55" fmla="*/ 99287 w 377055"/>
              <a:gd name="connsiteY55" fmla="*/ 100179 h 377048"/>
              <a:gd name="connsiteX56" fmla="*/ 86369 w 377055"/>
              <a:gd name="connsiteY56" fmla="*/ 199570 h 377048"/>
              <a:gd name="connsiteX57" fmla="*/ 99294 w 377055"/>
              <a:gd name="connsiteY57" fmla="*/ 276890 h 377048"/>
              <a:gd name="connsiteX58" fmla="*/ 60254 w 377055"/>
              <a:gd name="connsiteY58" fmla="*/ 294444 h 377048"/>
              <a:gd name="connsiteX59" fmla="*/ 22476 w 377055"/>
              <a:gd name="connsiteY59" fmla="*/ 199570 h 377048"/>
              <a:gd name="connsiteX60" fmla="*/ 106767 w 377055"/>
              <a:gd name="connsiteY60" fmla="*/ 297658 h 377048"/>
              <a:gd name="connsiteX61" fmla="*/ 116994 w 377055"/>
              <a:gd name="connsiteY61" fmla="*/ 319234 h 377048"/>
              <a:gd name="connsiteX62" fmla="*/ 134876 w 377055"/>
              <a:gd name="connsiteY62" fmla="*/ 346081 h 377048"/>
              <a:gd name="connsiteX63" fmla="*/ 75954 w 377055"/>
              <a:gd name="connsiteY63" fmla="*/ 310994 h 377048"/>
              <a:gd name="connsiteX64" fmla="*/ 106767 w 377055"/>
              <a:gd name="connsiteY64" fmla="*/ 297658 h 377048"/>
              <a:gd name="connsiteX65" fmla="*/ 260061 w 377055"/>
              <a:gd name="connsiteY65" fmla="*/ 319234 h 377048"/>
              <a:gd name="connsiteX66" fmla="*/ 270288 w 377055"/>
              <a:gd name="connsiteY66" fmla="*/ 297658 h 377048"/>
              <a:gd name="connsiteX67" fmla="*/ 301109 w 377055"/>
              <a:gd name="connsiteY67" fmla="*/ 310994 h 377048"/>
              <a:gd name="connsiteX68" fmla="*/ 242187 w 377055"/>
              <a:gd name="connsiteY68" fmla="*/ 346081 h 377048"/>
              <a:gd name="connsiteX69" fmla="*/ 260061 w 377055"/>
              <a:gd name="connsiteY69" fmla="*/ 319234 h 377048"/>
              <a:gd name="connsiteX70" fmla="*/ 277762 w 377055"/>
              <a:gd name="connsiteY70" fmla="*/ 276890 h 377048"/>
              <a:gd name="connsiteX71" fmla="*/ 290687 w 377055"/>
              <a:gd name="connsiteY71" fmla="*/ 199570 h 377048"/>
              <a:gd name="connsiteX72" fmla="*/ 354559 w 377055"/>
              <a:gd name="connsiteY72" fmla="*/ 199570 h 377048"/>
              <a:gd name="connsiteX73" fmla="*/ 316788 w 377055"/>
              <a:gd name="connsiteY73" fmla="*/ 294444 h 377048"/>
              <a:gd name="connsiteX74" fmla="*/ 277748 w 377055"/>
              <a:gd name="connsiteY74" fmla="*/ 276890 h 377048"/>
              <a:gd name="connsiteX75" fmla="*/ 290687 w 377055"/>
              <a:gd name="connsiteY75" fmla="*/ 177478 h 377048"/>
              <a:gd name="connsiteX76" fmla="*/ 277762 w 377055"/>
              <a:gd name="connsiteY76" fmla="*/ 100158 h 377048"/>
              <a:gd name="connsiteX77" fmla="*/ 316802 w 377055"/>
              <a:gd name="connsiteY77" fmla="*/ 82604 h 377048"/>
              <a:gd name="connsiteX78" fmla="*/ 354559 w 377055"/>
              <a:gd name="connsiteY78" fmla="*/ 177478 h 37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77055" h="377048">
                <a:moveTo>
                  <a:pt x="188528" y="0"/>
                </a:moveTo>
                <a:cubicBezTo>
                  <a:pt x="84577" y="0"/>
                  <a:pt x="0" y="84570"/>
                  <a:pt x="0" y="188528"/>
                </a:cubicBezTo>
                <a:cubicBezTo>
                  <a:pt x="0" y="292485"/>
                  <a:pt x="84577" y="377048"/>
                  <a:pt x="188528" y="377048"/>
                </a:cubicBezTo>
                <a:cubicBezTo>
                  <a:pt x="292478" y="377048"/>
                  <a:pt x="377055" y="292478"/>
                  <a:pt x="377055" y="188528"/>
                </a:cubicBezTo>
                <a:cubicBezTo>
                  <a:pt x="377055" y="84577"/>
                  <a:pt x="292513" y="0"/>
                  <a:pt x="188528" y="0"/>
                </a:cubicBezTo>
                <a:close/>
                <a:moveTo>
                  <a:pt x="177485" y="92531"/>
                </a:moveTo>
                <a:cubicBezTo>
                  <a:pt x="160858" y="91827"/>
                  <a:pt x="144336" y="89506"/>
                  <a:pt x="128155" y="85609"/>
                </a:cubicBezTo>
                <a:cubicBezTo>
                  <a:pt x="130693" y="79600"/>
                  <a:pt x="133447" y="73827"/>
                  <a:pt x="136417" y="68354"/>
                </a:cubicBezTo>
                <a:cubicBezTo>
                  <a:pt x="148596" y="45907"/>
                  <a:pt x="163549" y="30158"/>
                  <a:pt x="177485" y="24435"/>
                </a:cubicBezTo>
                <a:close/>
                <a:moveTo>
                  <a:pt x="177485" y="114645"/>
                </a:moveTo>
                <a:lnTo>
                  <a:pt x="177485" y="177478"/>
                </a:lnTo>
                <a:lnTo>
                  <a:pt x="108468" y="177478"/>
                </a:lnTo>
                <a:cubicBezTo>
                  <a:pt x="109388" y="153385"/>
                  <a:pt x="113439" y="129508"/>
                  <a:pt x="120529" y="106460"/>
                </a:cubicBezTo>
                <a:cubicBezTo>
                  <a:pt x="139177" y="111138"/>
                  <a:pt x="158258" y="113878"/>
                  <a:pt x="177464" y="114645"/>
                </a:cubicBezTo>
                <a:close/>
                <a:moveTo>
                  <a:pt x="177485" y="199570"/>
                </a:moveTo>
                <a:lnTo>
                  <a:pt x="177485" y="262403"/>
                </a:lnTo>
                <a:cubicBezTo>
                  <a:pt x="158279" y="263170"/>
                  <a:pt x="139198" y="265910"/>
                  <a:pt x="120550" y="270588"/>
                </a:cubicBezTo>
                <a:cubicBezTo>
                  <a:pt x="113467" y="247541"/>
                  <a:pt x="109409" y="223664"/>
                  <a:pt x="108489" y="199570"/>
                </a:cubicBezTo>
                <a:close/>
                <a:moveTo>
                  <a:pt x="177485" y="284517"/>
                </a:moveTo>
                <a:lnTo>
                  <a:pt x="177485" y="352593"/>
                </a:lnTo>
                <a:cubicBezTo>
                  <a:pt x="163542" y="346890"/>
                  <a:pt x="148596" y="331142"/>
                  <a:pt x="136417" y="308673"/>
                </a:cubicBezTo>
                <a:cubicBezTo>
                  <a:pt x="133447" y="303200"/>
                  <a:pt x="130693" y="297428"/>
                  <a:pt x="128155" y="291419"/>
                </a:cubicBezTo>
                <a:cubicBezTo>
                  <a:pt x="144336" y="287522"/>
                  <a:pt x="160858" y="285200"/>
                  <a:pt x="177485" y="284496"/>
                </a:cubicBezTo>
                <a:close/>
                <a:moveTo>
                  <a:pt x="199577" y="284517"/>
                </a:moveTo>
                <a:cubicBezTo>
                  <a:pt x="216204" y="285221"/>
                  <a:pt x="232719" y="287542"/>
                  <a:pt x="248900" y="291439"/>
                </a:cubicBezTo>
                <a:cubicBezTo>
                  <a:pt x="246362" y="297449"/>
                  <a:pt x="243616" y="303221"/>
                  <a:pt x="240646" y="308694"/>
                </a:cubicBezTo>
                <a:cubicBezTo>
                  <a:pt x="228467" y="331142"/>
                  <a:pt x="213513" y="346890"/>
                  <a:pt x="199577" y="352613"/>
                </a:cubicBezTo>
                <a:close/>
                <a:moveTo>
                  <a:pt x="199577" y="262403"/>
                </a:moveTo>
                <a:lnTo>
                  <a:pt x="199577" y="199570"/>
                </a:lnTo>
                <a:lnTo>
                  <a:pt x="268594" y="199570"/>
                </a:lnTo>
                <a:cubicBezTo>
                  <a:pt x="267674" y="223664"/>
                  <a:pt x="263617" y="247541"/>
                  <a:pt x="256527" y="270588"/>
                </a:cubicBezTo>
                <a:cubicBezTo>
                  <a:pt x="237885" y="265910"/>
                  <a:pt x="218804" y="263170"/>
                  <a:pt x="199598" y="262403"/>
                </a:cubicBezTo>
                <a:close/>
                <a:moveTo>
                  <a:pt x="199577" y="177478"/>
                </a:moveTo>
                <a:lnTo>
                  <a:pt x="199577" y="114645"/>
                </a:lnTo>
                <a:cubicBezTo>
                  <a:pt x="218784" y="113878"/>
                  <a:pt x="237864" y="111138"/>
                  <a:pt x="256506" y="106460"/>
                </a:cubicBezTo>
                <a:cubicBezTo>
                  <a:pt x="263596" y="129508"/>
                  <a:pt x="267653" y="153385"/>
                  <a:pt x="268573" y="177478"/>
                </a:cubicBezTo>
                <a:close/>
                <a:moveTo>
                  <a:pt x="199577" y="92531"/>
                </a:moveTo>
                <a:lnTo>
                  <a:pt x="199577" y="24456"/>
                </a:lnTo>
                <a:cubicBezTo>
                  <a:pt x="213520" y="30158"/>
                  <a:pt x="228467" y="45907"/>
                  <a:pt x="240646" y="68376"/>
                </a:cubicBezTo>
                <a:cubicBezTo>
                  <a:pt x="243616" y="73848"/>
                  <a:pt x="246362" y="79620"/>
                  <a:pt x="248900" y="85630"/>
                </a:cubicBezTo>
                <a:cubicBezTo>
                  <a:pt x="232719" y="89527"/>
                  <a:pt x="216204" y="91848"/>
                  <a:pt x="199577" y="92553"/>
                </a:cubicBezTo>
                <a:close/>
                <a:moveTo>
                  <a:pt x="260061" y="57814"/>
                </a:moveTo>
                <a:cubicBezTo>
                  <a:pt x="254979" y="48312"/>
                  <a:pt x="248998" y="39319"/>
                  <a:pt x="242187" y="30967"/>
                </a:cubicBezTo>
                <a:cubicBezTo>
                  <a:pt x="264049" y="38454"/>
                  <a:pt x="284113" y="50403"/>
                  <a:pt x="301109" y="66054"/>
                </a:cubicBezTo>
                <a:cubicBezTo>
                  <a:pt x="291209" y="71317"/>
                  <a:pt x="280906" y="75779"/>
                  <a:pt x="270288" y="79390"/>
                </a:cubicBezTo>
                <a:cubicBezTo>
                  <a:pt x="267263" y="72022"/>
                  <a:pt x="263854" y="64820"/>
                  <a:pt x="260061" y="57814"/>
                </a:cubicBezTo>
                <a:close/>
                <a:moveTo>
                  <a:pt x="116994" y="57814"/>
                </a:moveTo>
                <a:cubicBezTo>
                  <a:pt x="113209" y="64820"/>
                  <a:pt x="109793" y="72022"/>
                  <a:pt x="106767" y="79390"/>
                </a:cubicBezTo>
                <a:cubicBezTo>
                  <a:pt x="96157" y="75779"/>
                  <a:pt x="85853" y="71317"/>
                  <a:pt x="75954" y="66054"/>
                </a:cubicBezTo>
                <a:cubicBezTo>
                  <a:pt x="92950" y="50396"/>
                  <a:pt x="113013" y="38447"/>
                  <a:pt x="134876" y="30967"/>
                </a:cubicBezTo>
                <a:cubicBezTo>
                  <a:pt x="128065" y="39319"/>
                  <a:pt x="122076" y="48312"/>
                  <a:pt x="116994" y="57814"/>
                </a:cubicBezTo>
                <a:close/>
                <a:moveTo>
                  <a:pt x="99294" y="100158"/>
                </a:moveTo>
                <a:cubicBezTo>
                  <a:pt x="91576" y="125241"/>
                  <a:pt x="87233" y="151245"/>
                  <a:pt x="86369" y="177478"/>
                </a:cubicBezTo>
                <a:lnTo>
                  <a:pt x="22469" y="177478"/>
                </a:lnTo>
                <a:cubicBezTo>
                  <a:pt x="24762" y="142670"/>
                  <a:pt x="37980" y="109479"/>
                  <a:pt x="60247" y="82625"/>
                </a:cubicBezTo>
                <a:cubicBezTo>
                  <a:pt x="72677" y="89687"/>
                  <a:pt x="85748" y="95571"/>
                  <a:pt x="99287" y="100179"/>
                </a:cubicBezTo>
                <a:close/>
                <a:moveTo>
                  <a:pt x="86369" y="199570"/>
                </a:moveTo>
                <a:cubicBezTo>
                  <a:pt x="87226" y="225804"/>
                  <a:pt x="91576" y="251807"/>
                  <a:pt x="99294" y="276890"/>
                </a:cubicBezTo>
                <a:cubicBezTo>
                  <a:pt x="85755" y="281498"/>
                  <a:pt x="72684" y="287382"/>
                  <a:pt x="60254" y="294444"/>
                </a:cubicBezTo>
                <a:cubicBezTo>
                  <a:pt x="37987" y="267583"/>
                  <a:pt x="24762" y="234385"/>
                  <a:pt x="22476" y="199570"/>
                </a:cubicBezTo>
                <a:close/>
                <a:moveTo>
                  <a:pt x="106767" y="297658"/>
                </a:moveTo>
                <a:cubicBezTo>
                  <a:pt x="109793" y="305027"/>
                  <a:pt x="113209" y="312228"/>
                  <a:pt x="116994" y="319234"/>
                </a:cubicBezTo>
                <a:cubicBezTo>
                  <a:pt x="122083" y="328736"/>
                  <a:pt x="128065" y="337730"/>
                  <a:pt x="134876" y="346081"/>
                </a:cubicBezTo>
                <a:cubicBezTo>
                  <a:pt x="113013" y="338601"/>
                  <a:pt x="92950" y="326652"/>
                  <a:pt x="75954" y="310994"/>
                </a:cubicBezTo>
                <a:cubicBezTo>
                  <a:pt x="85853" y="305731"/>
                  <a:pt x="96157" y="301269"/>
                  <a:pt x="106767" y="297658"/>
                </a:cubicBezTo>
                <a:close/>
                <a:moveTo>
                  <a:pt x="260061" y="319234"/>
                </a:moveTo>
                <a:cubicBezTo>
                  <a:pt x="263854" y="312228"/>
                  <a:pt x="267263" y="305027"/>
                  <a:pt x="270288" y="297658"/>
                </a:cubicBezTo>
                <a:cubicBezTo>
                  <a:pt x="280906" y="301269"/>
                  <a:pt x="291209" y="305731"/>
                  <a:pt x="301109" y="310994"/>
                </a:cubicBezTo>
                <a:cubicBezTo>
                  <a:pt x="284113" y="326645"/>
                  <a:pt x="264049" y="338594"/>
                  <a:pt x="242187" y="346081"/>
                </a:cubicBezTo>
                <a:cubicBezTo>
                  <a:pt x="248991" y="337730"/>
                  <a:pt x="254979" y="328736"/>
                  <a:pt x="260061" y="319234"/>
                </a:cubicBezTo>
                <a:close/>
                <a:moveTo>
                  <a:pt x="277762" y="276890"/>
                </a:moveTo>
                <a:cubicBezTo>
                  <a:pt x="285486" y="251807"/>
                  <a:pt x="289829" y="225804"/>
                  <a:pt x="290687" y="199570"/>
                </a:cubicBezTo>
                <a:lnTo>
                  <a:pt x="354559" y="199570"/>
                </a:lnTo>
                <a:cubicBezTo>
                  <a:pt x="352272" y="234385"/>
                  <a:pt x="339054" y="267583"/>
                  <a:pt x="316788" y="294444"/>
                </a:cubicBezTo>
                <a:cubicBezTo>
                  <a:pt x="304358" y="287382"/>
                  <a:pt x="291286" y="281498"/>
                  <a:pt x="277748" y="276890"/>
                </a:cubicBezTo>
                <a:close/>
                <a:moveTo>
                  <a:pt x="290687" y="177478"/>
                </a:moveTo>
                <a:cubicBezTo>
                  <a:pt x="289829" y="151245"/>
                  <a:pt x="285486" y="125241"/>
                  <a:pt x="277762" y="100158"/>
                </a:cubicBezTo>
                <a:cubicBezTo>
                  <a:pt x="291300" y="95543"/>
                  <a:pt x="304371" y="89666"/>
                  <a:pt x="316802" y="82604"/>
                </a:cubicBezTo>
                <a:cubicBezTo>
                  <a:pt x="339061" y="109465"/>
                  <a:pt x="352279" y="142663"/>
                  <a:pt x="354559" y="177478"/>
                </a:cubicBezTo>
                <a:close/>
              </a:path>
            </a:pathLst>
          </a:custGeom>
          <a:solidFill>
            <a:schemeClr val="bg1"/>
          </a:solidFill>
          <a:ln w="696" cap="flat">
            <a:noFill/>
            <a:prstDash val="solid"/>
            <a:miter/>
          </a:ln>
        </p:spPr>
        <p:txBody>
          <a:bodyPr rtlCol="0" anchor="ctr"/>
          <a:lstStyle/>
          <a:p>
            <a:endParaRPr lang="es-ES"/>
          </a:p>
        </p:txBody>
      </p:sp>
      <p:grpSp>
        <p:nvGrpSpPr>
          <p:cNvPr id="20" name="Grupo 19">
            <a:extLst>
              <a:ext uri="{FF2B5EF4-FFF2-40B4-BE49-F238E27FC236}">
                <a16:creationId xmlns:a16="http://schemas.microsoft.com/office/drawing/2014/main" id="{ECD62688-DA11-441B-B773-8E127F09B2FF}"/>
              </a:ext>
            </a:extLst>
          </p:cNvPr>
          <p:cNvGrpSpPr/>
          <p:nvPr/>
        </p:nvGrpSpPr>
        <p:grpSpPr>
          <a:xfrm>
            <a:off x="1851667" y="2044818"/>
            <a:ext cx="377055" cy="377048"/>
            <a:chOff x="1538236" y="3892542"/>
            <a:chExt cx="377055" cy="377048"/>
          </a:xfrm>
        </p:grpSpPr>
        <p:sp>
          <p:nvSpPr>
            <p:cNvPr id="21" name="Forma libre: forma 20">
              <a:extLst>
                <a:ext uri="{FF2B5EF4-FFF2-40B4-BE49-F238E27FC236}">
                  <a16:creationId xmlns:a16="http://schemas.microsoft.com/office/drawing/2014/main" id="{DD6D670B-AA89-4A3D-B7A9-5906E7DF592C}"/>
                </a:ext>
              </a:extLst>
            </p:cNvPr>
            <p:cNvSpPr/>
            <p:nvPr/>
          </p:nvSpPr>
          <p:spPr>
            <a:xfrm>
              <a:off x="1627254" y="3981573"/>
              <a:ext cx="198998" cy="198984"/>
            </a:xfrm>
            <a:custGeom>
              <a:avLst/>
              <a:gdLst>
                <a:gd name="connsiteX0" fmla="*/ 198999 w 198998"/>
                <a:gd name="connsiteY0" fmla="*/ 198985 h 198984"/>
                <a:gd name="connsiteX1" fmla="*/ 0 w 198998"/>
                <a:gd name="connsiteY1" fmla="*/ 198985 h 198984"/>
                <a:gd name="connsiteX2" fmla="*/ 0 w 198998"/>
                <a:gd name="connsiteY2" fmla="*/ 0 h 198984"/>
                <a:gd name="connsiteX3" fmla="*/ 198985 w 198998"/>
                <a:gd name="connsiteY3" fmla="*/ 0 h 198984"/>
                <a:gd name="connsiteX4" fmla="*/ 22106 w 198998"/>
                <a:gd name="connsiteY4" fmla="*/ 176893 h 198984"/>
                <a:gd name="connsiteX5" fmla="*/ 176906 w 198998"/>
                <a:gd name="connsiteY5" fmla="*/ 176893 h 198984"/>
                <a:gd name="connsiteX6" fmla="*/ 176906 w 198998"/>
                <a:gd name="connsiteY6" fmla="*/ 22092 h 198984"/>
                <a:gd name="connsiteX7" fmla="*/ 22106 w 198998"/>
                <a:gd name="connsiteY7" fmla="*/ 22092 h 198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998" h="198984">
                  <a:moveTo>
                    <a:pt x="198999" y="198985"/>
                  </a:moveTo>
                  <a:lnTo>
                    <a:pt x="0" y="198985"/>
                  </a:lnTo>
                  <a:lnTo>
                    <a:pt x="0" y="0"/>
                  </a:lnTo>
                  <a:lnTo>
                    <a:pt x="198985" y="0"/>
                  </a:lnTo>
                  <a:close/>
                  <a:moveTo>
                    <a:pt x="22106" y="176893"/>
                  </a:moveTo>
                  <a:lnTo>
                    <a:pt x="176906" y="176893"/>
                  </a:lnTo>
                  <a:lnTo>
                    <a:pt x="176906" y="22092"/>
                  </a:lnTo>
                  <a:lnTo>
                    <a:pt x="22106" y="22092"/>
                  </a:lnTo>
                  <a:close/>
                </a:path>
              </a:pathLst>
            </a:custGeom>
            <a:solidFill>
              <a:schemeClr val="bg1"/>
            </a:solidFill>
            <a:ln w="696"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1B0C6D8E-10FD-42B6-BB35-B25A770CC030}"/>
                </a:ext>
              </a:extLst>
            </p:cNvPr>
            <p:cNvSpPr/>
            <p:nvPr/>
          </p:nvSpPr>
          <p:spPr>
            <a:xfrm>
              <a:off x="1671453" y="4025758"/>
              <a:ext cx="110615" cy="110615"/>
            </a:xfrm>
            <a:custGeom>
              <a:avLst/>
              <a:gdLst>
                <a:gd name="connsiteX0" fmla="*/ 110615 w 110615"/>
                <a:gd name="connsiteY0" fmla="*/ 110616 h 110615"/>
                <a:gd name="connsiteX1" fmla="*/ 0 w 110615"/>
                <a:gd name="connsiteY1" fmla="*/ 110616 h 110615"/>
                <a:gd name="connsiteX2" fmla="*/ 0 w 110615"/>
                <a:gd name="connsiteY2" fmla="*/ 0 h 110615"/>
                <a:gd name="connsiteX3" fmla="*/ 110615 w 110615"/>
                <a:gd name="connsiteY3" fmla="*/ 0 h 110615"/>
                <a:gd name="connsiteX4" fmla="*/ 22079 w 110615"/>
                <a:gd name="connsiteY4" fmla="*/ 88523 h 110615"/>
                <a:gd name="connsiteX5" fmla="*/ 88502 w 110615"/>
                <a:gd name="connsiteY5" fmla="*/ 88523 h 110615"/>
                <a:gd name="connsiteX6" fmla="*/ 88502 w 110615"/>
                <a:gd name="connsiteY6" fmla="*/ 22099 h 110615"/>
                <a:gd name="connsiteX7" fmla="*/ 22099 w 110615"/>
                <a:gd name="connsiteY7" fmla="*/ 22099 h 11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615" h="110615">
                  <a:moveTo>
                    <a:pt x="110615" y="110616"/>
                  </a:moveTo>
                  <a:lnTo>
                    <a:pt x="0" y="110616"/>
                  </a:lnTo>
                  <a:lnTo>
                    <a:pt x="0" y="0"/>
                  </a:lnTo>
                  <a:lnTo>
                    <a:pt x="110615" y="0"/>
                  </a:lnTo>
                  <a:close/>
                  <a:moveTo>
                    <a:pt x="22079" y="88523"/>
                  </a:moveTo>
                  <a:lnTo>
                    <a:pt x="88502" y="88523"/>
                  </a:lnTo>
                  <a:lnTo>
                    <a:pt x="88502" y="22099"/>
                  </a:lnTo>
                  <a:lnTo>
                    <a:pt x="22099" y="22099"/>
                  </a:lnTo>
                  <a:close/>
                </a:path>
              </a:pathLst>
            </a:custGeom>
            <a:solidFill>
              <a:schemeClr val="bg1"/>
            </a:solidFill>
            <a:ln w="696"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CB84D468-F6E9-453A-B79C-8D4D334A61F6}"/>
                </a:ext>
              </a:extLst>
            </p:cNvPr>
            <p:cNvSpPr/>
            <p:nvPr/>
          </p:nvSpPr>
          <p:spPr>
            <a:xfrm>
              <a:off x="1538236" y="3892542"/>
              <a:ext cx="377055" cy="377048"/>
            </a:xfrm>
            <a:custGeom>
              <a:avLst/>
              <a:gdLst>
                <a:gd name="connsiteX0" fmla="*/ 377055 w 377055"/>
                <a:gd name="connsiteY0" fmla="*/ 377048 h 377048"/>
                <a:gd name="connsiteX1" fmla="*/ 0 w 377055"/>
                <a:gd name="connsiteY1" fmla="*/ 377048 h 377048"/>
                <a:gd name="connsiteX2" fmla="*/ 0 w 377055"/>
                <a:gd name="connsiteY2" fmla="*/ 0 h 377048"/>
                <a:gd name="connsiteX3" fmla="*/ 377055 w 377055"/>
                <a:gd name="connsiteY3" fmla="*/ 0 h 377048"/>
                <a:gd name="connsiteX4" fmla="*/ 22092 w 377055"/>
                <a:gd name="connsiteY4" fmla="*/ 354956 h 377048"/>
                <a:gd name="connsiteX5" fmla="*/ 354956 w 377055"/>
                <a:gd name="connsiteY5" fmla="*/ 354956 h 377048"/>
                <a:gd name="connsiteX6" fmla="*/ 354956 w 377055"/>
                <a:gd name="connsiteY6" fmla="*/ 22092 h 377048"/>
                <a:gd name="connsiteX7" fmla="*/ 22092 w 377055"/>
                <a:gd name="connsiteY7" fmla="*/ 22092 h 37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055" h="377048">
                  <a:moveTo>
                    <a:pt x="377055" y="377048"/>
                  </a:moveTo>
                  <a:lnTo>
                    <a:pt x="0" y="377048"/>
                  </a:lnTo>
                  <a:lnTo>
                    <a:pt x="0" y="0"/>
                  </a:lnTo>
                  <a:lnTo>
                    <a:pt x="377055" y="0"/>
                  </a:lnTo>
                  <a:close/>
                  <a:moveTo>
                    <a:pt x="22092" y="354956"/>
                  </a:moveTo>
                  <a:lnTo>
                    <a:pt x="354956" y="354956"/>
                  </a:lnTo>
                  <a:lnTo>
                    <a:pt x="354956" y="22092"/>
                  </a:lnTo>
                  <a:lnTo>
                    <a:pt x="22092" y="22092"/>
                  </a:lnTo>
                  <a:close/>
                </a:path>
              </a:pathLst>
            </a:custGeom>
            <a:solidFill>
              <a:schemeClr val="bg1"/>
            </a:solidFill>
            <a:ln w="696"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AC3B6451-9D8B-4FD3-BAB4-75EDB14A9627}"/>
                </a:ext>
              </a:extLst>
            </p:cNvPr>
            <p:cNvSpPr/>
            <p:nvPr/>
          </p:nvSpPr>
          <p:spPr>
            <a:xfrm>
              <a:off x="1583041" y="3937340"/>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571AF86C-CADE-459E-80C2-911C046A2FC9}"/>
                </a:ext>
              </a:extLst>
            </p:cNvPr>
            <p:cNvSpPr/>
            <p:nvPr/>
          </p:nvSpPr>
          <p:spPr>
            <a:xfrm>
              <a:off x="1627268" y="3937340"/>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F4F1FB5D-9E32-4CC5-AF85-5A3C1C354BB2}"/>
                </a:ext>
              </a:extLst>
            </p:cNvPr>
            <p:cNvSpPr/>
            <p:nvPr/>
          </p:nvSpPr>
          <p:spPr>
            <a:xfrm>
              <a:off x="1671488" y="3937340"/>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221EC595-2EC3-4166-AF0A-F8ECE96394B4}"/>
                </a:ext>
              </a:extLst>
            </p:cNvPr>
            <p:cNvSpPr/>
            <p:nvPr/>
          </p:nvSpPr>
          <p:spPr>
            <a:xfrm>
              <a:off x="1715714" y="3937340"/>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747BB8A9-2266-46E4-BB74-42D794D97AA6}"/>
                </a:ext>
              </a:extLst>
            </p:cNvPr>
            <p:cNvSpPr/>
            <p:nvPr/>
          </p:nvSpPr>
          <p:spPr>
            <a:xfrm>
              <a:off x="1759941" y="3937340"/>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299E4E1F-649D-4D3B-B85E-6A30A2AE6E8F}"/>
                </a:ext>
              </a:extLst>
            </p:cNvPr>
            <p:cNvSpPr/>
            <p:nvPr/>
          </p:nvSpPr>
          <p:spPr>
            <a:xfrm>
              <a:off x="1804160" y="3937340"/>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E6F4A592-516A-448C-A486-D032265B8736}"/>
                </a:ext>
              </a:extLst>
            </p:cNvPr>
            <p:cNvSpPr/>
            <p:nvPr/>
          </p:nvSpPr>
          <p:spPr>
            <a:xfrm>
              <a:off x="1848387" y="3937340"/>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5D637C49-2705-46B9-95C7-D1322161C310}"/>
                </a:ext>
              </a:extLst>
            </p:cNvPr>
            <p:cNvSpPr/>
            <p:nvPr/>
          </p:nvSpPr>
          <p:spPr>
            <a:xfrm>
              <a:off x="1583041" y="3981566"/>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5672241A-5925-4C8F-A5C9-0491FBB54748}"/>
                </a:ext>
              </a:extLst>
            </p:cNvPr>
            <p:cNvSpPr/>
            <p:nvPr/>
          </p:nvSpPr>
          <p:spPr>
            <a:xfrm>
              <a:off x="1848387" y="3981566"/>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40F9D63F-9F28-4A35-B1DD-DB05FB4361F4}"/>
                </a:ext>
              </a:extLst>
            </p:cNvPr>
            <p:cNvSpPr/>
            <p:nvPr/>
          </p:nvSpPr>
          <p:spPr>
            <a:xfrm>
              <a:off x="1583041" y="4025786"/>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5951580B-3074-4683-8B53-B35C2CC02058}"/>
                </a:ext>
              </a:extLst>
            </p:cNvPr>
            <p:cNvSpPr/>
            <p:nvPr/>
          </p:nvSpPr>
          <p:spPr>
            <a:xfrm>
              <a:off x="1848387" y="4025786"/>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B3F5B6DF-DC07-4A6B-B850-F37E25DE3CF6}"/>
                </a:ext>
              </a:extLst>
            </p:cNvPr>
            <p:cNvSpPr/>
            <p:nvPr/>
          </p:nvSpPr>
          <p:spPr>
            <a:xfrm>
              <a:off x="1583041" y="4070013"/>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48750FE0-A5E0-43EC-B18D-124F4932B6EC}"/>
                </a:ext>
              </a:extLst>
            </p:cNvPr>
            <p:cNvSpPr/>
            <p:nvPr/>
          </p:nvSpPr>
          <p:spPr>
            <a:xfrm>
              <a:off x="1848387" y="4070013"/>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D774468C-8E6B-46DB-8FEC-1617B0A604E0}"/>
                </a:ext>
              </a:extLst>
            </p:cNvPr>
            <p:cNvSpPr/>
            <p:nvPr/>
          </p:nvSpPr>
          <p:spPr>
            <a:xfrm>
              <a:off x="1583041" y="4114232"/>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03210FEC-410D-44CC-A9DE-E5C215BBF59B}"/>
                </a:ext>
              </a:extLst>
            </p:cNvPr>
            <p:cNvSpPr/>
            <p:nvPr/>
          </p:nvSpPr>
          <p:spPr>
            <a:xfrm>
              <a:off x="1848387" y="4114232"/>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C1FA1749-47D3-41B2-BA2C-2FA610F77A87}"/>
                </a:ext>
              </a:extLst>
            </p:cNvPr>
            <p:cNvSpPr/>
            <p:nvPr/>
          </p:nvSpPr>
          <p:spPr>
            <a:xfrm>
              <a:off x="1583041" y="4158459"/>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40" name="Forma libre: forma 39">
              <a:extLst>
                <a:ext uri="{FF2B5EF4-FFF2-40B4-BE49-F238E27FC236}">
                  <a16:creationId xmlns:a16="http://schemas.microsoft.com/office/drawing/2014/main" id="{00025070-61A6-4880-AA58-45DD2DEB9C42}"/>
                </a:ext>
              </a:extLst>
            </p:cNvPr>
            <p:cNvSpPr/>
            <p:nvPr/>
          </p:nvSpPr>
          <p:spPr>
            <a:xfrm>
              <a:off x="1848387" y="4158459"/>
              <a:ext cx="22092" cy="22113"/>
            </a:xfrm>
            <a:custGeom>
              <a:avLst/>
              <a:gdLst>
                <a:gd name="connsiteX0" fmla="*/ 0 w 22092"/>
                <a:gd name="connsiteY0" fmla="*/ 0 h 22113"/>
                <a:gd name="connsiteX1" fmla="*/ 22092 w 22092"/>
                <a:gd name="connsiteY1" fmla="*/ 0 h 22113"/>
                <a:gd name="connsiteX2" fmla="*/ 22092 w 22092"/>
                <a:gd name="connsiteY2" fmla="*/ 22113 h 22113"/>
                <a:gd name="connsiteX3" fmla="*/ 0 w 22092"/>
                <a:gd name="connsiteY3" fmla="*/ 22113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3"/>
                  </a:lnTo>
                  <a:lnTo>
                    <a:pt x="0" y="22113"/>
                  </a:lnTo>
                  <a:close/>
                </a:path>
              </a:pathLst>
            </a:custGeom>
            <a:solidFill>
              <a:schemeClr val="bg1"/>
            </a:solidFill>
            <a:ln w="696" cap="flat">
              <a:noFill/>
              <a:prstDash val="solid"/>
              <a:miter/>
            </a:ln>
          </p:spPr>
          <p:txBody>
            <a:bodyPr rtlCol="0" anchor="ctr"/>
            <a:lstStyle/>
            <a:p>
              <a:endParaRPr lang="es-ES"/>
            </a:p>
          </p:txBody>
        </p:sp>
        <p:sp>
          <p:nvSpPr>
            <p:cNvPr id="41" name="Forma libre: forma 40">
              <a:extLst>
                <a:ext uri="{FF2B5EF4-FFF2-40B4-BE49-F238E27FC236}">
                  <a16:creationId xmlns:a16="http://schemas.microsoft.com/office/drawing/2014/main" id="{99D9EE8B-4D23-4BC3-BB89-AD15F6993FE2}"/>
                </a:ext>
              </a:extLst>
            </p:cNvPr>
            <p:cNvSpPr/>
            <p:nvPr/>
          </p:nvSpPr>
          <p:spPr>
            <a:xfrm>
              <a:off x="1583041" y="4202678"/>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42" name="Forma libre: forma 41">
              <a:extLst>
                <a:ext uri="{FF2B5EF4-FFF2-40B4-BE49-F238E27FC236}">
                  <a16:creationId xmlns:a16="http://schemas.microsoft.com/office/drawing/2014/main" id="{E5D1276A-8E0C-49F3-96EA-A0D4EE701F8D}"/>
                </a:ext>
              </a:extLst>
            </p:cNvPr>
            <p:cNvSpPr/>
            <p:nvPr/>
          </p:nvSpPr>
          <p:spPr>
            <a:xfrm>
              <a:off x="1627268" y="4202678"/>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43" name="Forma libre: forma 42">
              <a:extLst>
                <a:ext uri="{FF2B5EF4-FFF2-40B4-BE49-F238E27FC236}">
                  <a16:creationId xmlns:a16="http://schemas.microsoft.com/office/drawing/2014/main" id="{EFA77D72-344B-45AB-82F3-33B05F909D31}"/>
                </a:ext>
              </a:extLst>
            </p:cNvPr>
            <p:cNvSpPr/>
            <p:nvPr/>
          </p:nvSpPr>
          <p:spPr>
            <a:xfrm>
              <a:off x="1671488" y="4202678"/>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44" name="Forma libre: forma 43">
              <a:extLst>
                <a:ext uri="{FF2B5EF4-FFF2-40B4-BE49-F238E27FC236}">
                  <a16:creationId xmlns:a16="http://schemas.microsoft.com/office/drawing/2014/main" id="{0AA34FD4-DFF3-43D9-8C85-930807EB8FFC}"/>
                </a:ext>
              </a:extLst>
            </p:cNvPr>
            <p:cNvSpPr/>
            <p:nvPr/>
          </p:nvSpPr>
          <p:spPr>
            <a:xfrm>
              <a:off x="1715714" y="4202678"/>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45" name="Forma libre: forma 44">
              <a:extLst>
                <a:ext uri="{FF2B5EF4-FFF2-40B4-BE49-F238E27FC236}">
                  <a16:creationId xmlns:a16="http://schemas.microsoft.com/office/drawing/2014/main" id="{1992D898-B2D6-4315-B967-40CBDDF58547}"/>
                </a:ext>
              </a:extLst>
            </p:cNvPr>
            <p:cNvSpPr/>
            <p:nvPr/>
          </p:nvSpPr>
          <p:spPr>
            <a:xfrm>
              <a:off x="1759941" y="4202678"/>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46" name="Forma libre: forma 45">
              <a:extLst>
                <a:ext uri="{FF2B5EF4-FFF2-40B4-BE49-F238E27FC236}">
                  <a16:creationId xmlns:a16="http://schemas.microsoft.com/office/drawing/2014/main" id="{C971D9F4-54E3-4E8D-B2AE-31B5F8A56D4C}"/>
                </a:ext>
              </a:extLst>
            </p:cNvPr>
            <p:cNvSpPr/>
            <p:nvPr/>
          </p:nvSpPr>
          <p:spPr>
            <a:xfrm>
              <a:off x="1804160" y="4202678"/>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sp>
          <p:nvSpPr>
            <p:cNvPr id="47" name="Forma libre: forma 46">
              <a:extLst>
                <a:ext uri="{FF2B5EF4-FFF2-40B4-BE49-F238E27FC236}">
                  <a16:creationId xmlns:a16="http://schemas.microsoft.com/office/drawing/2014/main" id="{9556CE38-2E9D-408A-A80D-D60DE35DC740}"/>
                </a:ext>
              </a:extLst>
            </p:cNvPr>
            <p:cNvSpPr/>
            <p:nvPr/>
          </p:nvSpPr>
          <p:spPr>
            <a:xfrm>
              <a:off x="1848387" y="4202678"/>
              <a:ext cx="22092" cy="22113"/>
            </a:xfrm>
            <a:custGeom>
              <a:avLst/>
              <a:gdLst>
                <a:gd name="connsiteX0" fmla="*/ 0 w 22092"/>
                <a:gd name="connsiteY0" fmla="*/ 0 h 22113"/>
                <a:gd name="connsiteX1" fmla="*/ 22092 w 22092"/>
                <a:gd name="connsiteY1" fmla="*/ 0 h 22113"/>
                <a:gd name="connsiteX2" fmla="*/ 22092 w 22092"/>
                <a:gd name="connsiteY2" fmla="*/ 22114 h 22113"/>
                <a:gd name="connsiteX3" fmla="*/ 0 w 22092"/>
                <a:gd name="connsiteY3" fmla="*/ 22114 h 22113"/>
              </a:gdLst>
              <a:ahLst/>
              <a:cxnLst>
                <a:cxn ang="0">
                  <a:pos x="connsiteX0" y="connsiteY0"/>
                </a:cxn>
                <a:cxn ang="0">
                  <a:pos x="connsiteX1" y="connsiteY1"/>
                </a:cxn>
                <a:cxn ang="0">
                  <a:pos x="connsiteX2" y="connsiteY2"/>
                </a:cxn>
                <a:cxn ang="0">
                  <a:pos x="connsiteX3" y="connsiteY3"/>
                </a:cxn>
              </a:cxnLst>
              <a:rect l="l" t="t" r="r" b="b"/>
              <a:pathLst>
                <a:path w="22092" h="22113">
                  <a:moveTo>
                    <a:pt x="0" y="0"/>
                  </a:moveTo>
                  <a:lnTo>
                    <a:pt x="22092" y="0"/>
                  </a:lnTo>
                  <a:lnTo>
                    <a:pt x="22092" y="22114"/>
                  </a:lnTo>
                  <a:lnTo>
                    <a:pt x="0" y="22114"/>
                  </a:lnTo>
                  <a:close/>
                </a:path>
              </a:pathLst>
            </a:custGeom>
            <a:solidFill>
              <a:schemeClr val="bg1"/>
            </a:solidFill>
            <a:ln w="696" cap="flat">
              <a:noFill/>
              <a:prstDash val="solid"/>
              <a:miter/>
            </a:ln>
          </p:spPr>
          <p:txBody>
            <a:bodyPr rtlCol="0" anchor="ctr"/>
            <a:lstStyle/>
            <a:p>
              <a:endParaRPr lang="es-ES"/>
            </a:p>
          </p:txBody>
        </p:sp>
      </p:grpSp>
      <p:pic>
        <p:nvPicPr>
          <p:cNvPr id="48" name="Imagen 47" descr="Forma&#10;&#10;Descripción generada automáticamente">
            <a:extLst>
              <a:ext uri="{FF2B5EF4-FFF2-40B4-BE49-F238E27FC236}">
                <a16:creationId xmlns:a16="http://schemas.microsoft.com/office/drawing/2014/main" id="{D0FB59F8-C59F-4D5C-98B2-B2B621383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781772" y="280775"/>
            <a:ext cx="3322320" cy="880771"/>
          </a:xfrm>
          <a:prstGeom prst="rect">
            <a:avLst/>
          </a:prstGeom>
        </p:spPr>
      </p:pic>
      <p:pic>
        <p:nvPicPr>
          <p:cNvPr id="49" name="Imagen 48">
            <a:extLst>
              <a:ext uri="{FF2B5EF4-FFF2-40B4-BE49-F238E27FC236}">
                <a16:creationId xmlns:a16="http://schemas.microsoft.com/office/drawing/2014/main" id="{02F37EC7-98BD-4D18-BA4C-930F6A295C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0039" y="4591050"/>
            <a:ext cx="845820" cy="68328"/>
          </a:xfrm>
          <a:prstGeom prst="rect">
            <a:avLst/>
          </a:prstGeom>
        </p:spPr>
      </p:pic>
    </p:spTree>
    <p:extLst>
      <p:ext uri="{BB962C8B-B14F-4D97-AF65-F5344CB8AC3E}">
        <p14:creationId xmlns:p14="http://schemas.microsoft.com/office/powerpoint/2010/main" val="359066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500"/>
                                        <p:tgtEl>
                                          <p:spTgt spid="9">
                                            <p:txEl>
                                              <p:pRg st="0" end="0"/>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500"/>
                                        <p:tgtEl>
                                          <p:spTgt spid="11">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500"/>
                                        <p:tgtEl>
                                          <p:spTgt spid="49"/>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xEl>
                                              <p:pRg st="0" end="0"/>
                                            </p:txEl>
                                          </p:spTgt>
                                        </p:tgtEl>
                                        <p:attrNameLst>
                                          <p:attrName>style.visibility</p:attrName>
                                        </p:attrNameLst>
                                      </p:cBhvr>
                                      <p:to>
                                        <p:strVal val="visible"/>
                                      </p:to>
                                    </p:set>
                                    <p:animEffect transition="in" filter="fade">
                                      <p:cBhvr>
                                        <p:cTn id="36" dur="500"/>
                                        <p:tgtEl>
                                          <p:spTgt spid="12">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animEffect transition="in" filter="fade">
                                      <p:cBhvr>
                                        <p:cTn id="39" dur="500"/>
                                        <p:tgtEl>
                                          <p:spTgt spid="10">
                                            <p:txEl>
                                              <p:pRg st="0" end="0"/>
                                            </p:txEl>
                                          </p:spTgt>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animEffect transition="in" filter="fade">
                                      <p:cBhvr>
                                        <p:cTn id="43" dur="500"/>
                                        <p:tgtEl>
                                          <p:spTgt spid="13">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xEl>
                                              <p:pRg st="0" end="0"/>
                                            </p:txEl>
                                          </p:spTgt>
                                        </p:tgtEl>
                                        <p:attrNameLst>
                                          <p:attrName>style.visibility</p:attrName>
                                        </p:attrNameLst>
                                      </p:cBhvr>
                                      <p:to>
                                        <p:strVal val="visible"/>
                                      </p:to>
                                    </p:set>
                                    <p:animEffect transition="in" filter="fade">
                                      <p:cBhvr>
                                        <p:cTn id="46" dur="500"/>
                                        <p:tgtEl>
                                          <p:spTgt spid="14">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build="p"/>
      <p:bldP spid="10" grpId="0" build="p"/>
      <p:bldP spid="11" grpId="0" build="p"/>
      <p:bldP spid="12" grpId="0" build="p"/>
      <p:bldP spid="13" grpId="0" build="p"/>
      <p:bldP spid="14" grpId="0" build="p"/>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ángulo 73">
            <a:extLst>
              <a:ext uri="{FF2B5EF4-FFF2-40B4-BE49-F238E27FC236}">
                <a16:creationId xmlns:a16="http://schemas.microsoft.com/office/drawing/2014/main" id="{36B9BAD7-E879-44DA-A370-3589FA6F5002}"/>
              </a:ext>
            </a:extLst>
          </p:cNvPr>
          <p:cNvSpPr/>
          <p:nvPr/>
        </p:nvSpPr>
        <p:spPr>
          <a:xfrm>
            <a:off x="3384820" y="2780404"/>
            <a:ext cx="1604878" cy="298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p>
        </p:txBody>
      </p:sp>
      <p:sp>
        <p:nvSpPr>
          <p:cNvPr id="75" name="Rectángulo 74">
            <a:extLst>
              <a:ext uri="{FF2B5EF4-FFF2-40B4-BE49-F238E27FC236}">
                <a16:creationId xmlns:a16="http://schemas.microsoft.com/office/drawing/2014/main" id="{2A4DA571-99F9-44D6-B10D-62E7321B4F58}"/>
              </a:ext>
            </a:extLst>
          </p:cNvPr>
          <p:cNvSpPr/>
          <p:nvPr/>
        </p:nvSpPr>
        <p:spPr>
          <a:xfrm>
            <a:off x="3384820" y="3950706"/>
            <a:ext cx="480237" cy="298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p>
        </p:txBody>
      </p:sp>
      <p:sp>
        <p:nvSpPr>
          <p:cNvPr id="15" name="Rectángulo 14">
            <a:extLst>
              <a:ext uri="{FF2B5EF4-FFF2-40B4-BE49-F238E27FC236}">
                <a16:creationId xmlns:a16="http://schemas.microsoft.com/office/drawing/2014/main" id="{6C9D92EC-2836-4AAC-8FA9-CFA479BEED38}"/>
              </a:ext>
            </a:extLst>
          </p:cNvPr>
          <p:cNvSpPr/>
          <p:nvPr/>
        </p:nvSpPr>
        <p:spPr>
          <a:xfrm>
            <a:off x="3051593" y="1582344"/>
            <a:ext cx="1938105" cy="2987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Imagen 9" descr="Patrón de fondo&#10;&#10;Descripción generada automáticamente">
            <a:extLst>
              <a:ext uri="{FF2B5EF4-FFF2-40B4-BE49-F238E27FC236}">
                <a16:creationId xmlns:a16="http://schemas.microsoft.com/office/drawing/2014/main" id="{AFD36746-6283-40F5-939A-FD45E4166E4D}"/>
              </a:ext>
            </a:extLst>
          </p:cNvPr>
          <p:cNvPicPr>
            <a:picLocks noChangeAspect="1"/>
          </p:cNvPicPr>
          <p:nvPr/>
        </p:nvPicPr>
        <p:blipFill rotWithShape="1">
          <a:blip r:embed="rId2">
            <a:extLst>
              <a:ext uri="{28A0092B-C50C-407E-A947-70E740481C1C}">
                <a14:useLocalDpi xmlns:a14="http://schemas.microsoft.com/office/drawing/2010/main" val="0"/>
              </a:ext>
            </a:extLst>
          </a:blip>
          <a:srcRect t="-260" r="45328" b="1"/>
          <a:stretch/>
        </p:blipFill>
        <p:spPr>
          <a:xfrm>
            <a:off x="0" y="0"/>
            <a:ext cx="4999276" cy="5156782"/>
          </a:xfrm>
          <a:prstGeom prst="rect">
            <a:avLst/>
          </a:prstGeom>
        </p:spPr>
      </p:pic>
      <p:sp>
        <p:nvSpPr>
          <p:cNvPr id="4" name="Title 3">
            <a:extLst>
              <a:ext uri="{FF2B5EF4-FFF2-40B4-BE49-F238E27FC236}">
                <a16:creationId xmlns:a16="http://schemas.microsoft.com/office/drawing/2014/main" id="{A2875693-0101-47F8-8FF6-40B84B49FDC0}"/>
              </a:ext>
            </a:extLst>
          </p:cNvPr>
          <p:cNvSpPr>
            <a:spLocks noGrp="1"/>
          </p:cNvSpPr>
          <p:nvPr>
            <p:ph type="title"/>
          </p:nvPr>
        </p:nvSpPr>
        <p:spPr>
          <a:xfrm>
            <a:off x="1151176" y="200561"/>
            <a:ext cx="7696200" cy="715566"/>
          </a:xfrm>
        </p:spPr>
        <p:txBody>
          <a:bodyPr>
            <a:normAutofit/>
          </a:bodyPr>
          <a:lstStyle/>
          <a:p>
            <a:r>
              <a:rPr lang="es-ES" dirty="0"/>
              <a:t>PROJECT GOALS</a:t>
            </a:r>
            <a:endParaRPr lang="en-US" dirty="0"/>
          </a:p>
        </p:txBody>
      </p:sp>
      <p:sp>
        <p:nvSpPr>
          <p:cNvPr id="32" name="Google Shape;375;p47">
            <a:extLst>
              <a:ext uri="{FF2B5EF4-FFF2-40B4-BE49-F238E27FC236}">
                <a16:creationId xmlns:a16="http://schemas.microsoft.com/office/drawing/2014/main" id="{1F7A972B-DD4D-4A39-89C5-AEADB5B2123F}"/>
              </a:ext>
            </a:extLst>
          </p:cNvPr>
          <p:cNvSpPr txBox="1"/>
          <p:nvPr/>
        </p:nvSpPr>
        <p:spPr>
          <a:xfrm rot="10800000" flipH="1" flipV="1">
            <a:off x="2272829" y="1380205"/>
            <a:ext cx="6462957" cy="442856"/>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IN" sz="2500" dirty="0">
                <a:solidFill>
                  <a:schemeClr val="bg1"/>
                </a:solidFill>
                <a:latin typeface="Space Mono" panose="02000509040000020004" pitchFamily="49" charset="0"/>
                <a:ea typeface="Bebas Neue"/>
                <a:cs typeface="Bebas Neue"/>
                <a:sym typeface="Bebas Neue"/>
              </a:rPr>
              <a:t>Distance Measurement and Angle Detection </a:t>
            </a:r>
            <a:endParaRPr sz="2500" dirty="0">
              <a:solidFill>
                <a:schemeClr val="bg1"/>
              </a:solidFill>
              <a:latin typeface="Space Mono" panose="02000509040000020004" pitchFamily="49" charset="0"/>
              <a:ea typeface="Bebas Neue"/>
              <a:cs typeface="Bebas Neue"/>
              <a:sym typeface="Bebas Neue"/>
            </a:endParaRPr>
          </a:p>
        </p:txBody>
      </p:sp>
      <p:sp>
        <p:nvSpPr>
          <p:cNvPr id="34" name="Rectángulo 33">
            <a:extLst>
              <a:ext uri="{FF2B5EF4-FFF2-40B4-BE49-F238E27FC236}">
                <a16:creationId xmlns:a16="http://schemas.microsoft.com/office/drawing/2014/main" id="{2386897C-42E0-4EFE-A54B-6E7CA82366B2}"/>
              </a:ext>
            </a:extLst>
          </p:cNvPr>
          <p:cNvSpPr/>
          <p:nvPr/>
        </p:nvSpPr>
        <p:spPr>
          <a:xfrm>
            <a:off x="1256444" y="1380205"/>
            <a:ext cx="715567" cy="71556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Google Shape;375;p47">
            <a:extLst>
              <a:ext uri="{FF2B5EF4-FFF2-40B4-BE49-F238E27FC236}">
                <a16:creationId xmlns:a16="http://schemas.microsoft.com/office/drawing/2014/main" id="{6169C54D-C2EA-4C01-B696-60DE911BB4F0}"/>
              </a:ext>
            </a:extLst>
          </p:cNvPr>
          <p:cNvSpPr txBox="1"/>
          <p:nvPr/>
        </p:nvSpPr>
        <p:spPr>
          <a:xfrm flipH="1">
            <a:off x="2272827" y="2454795"/>
            <a:ext cx="6190815" cy="659328"/>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IN" sz="2500" dirty="0">
                <a:solidFill>
                  <a:schemeClr val="bg1"/>
                </a:solidFill>
                <a:latin typeface="Space Mono" panose="02000509040000020004" pitchFamily="49" charset="0"/>
                <a:ea typeface="Bebas Neue"/>
                <a:cs typeface="Bebas Neue"/>
                <a:sym typeface="Bebas Neue"/>
              </a:rPr>
              <a:t>Data Acquisition and Processing</a:t>
            </a:r>
            <a:endParaRPr sz="2500" dirty="0">
              <a:solidFill>
                <a:schemeClr val="bg1"/>
              </a:solidFill>
              <a:latin typeface="Space Mono" panose="02000509040000020004" pitchFamily="49" charset="0"/>
              <a:ea typeface="Bebas Neue"/>
              <a:cs typeface="Bebas Neue"/>
              <a:sym typeface="Bebas Neue"/>
            </a:endParaRPr>
          </a:p>
        </p:txBody>
      </p:sp>
      <p:sp>
        <p:nvSpPr>
          <p:cNvPr id="51" name="Rectángulo 50">
            <a:extLst>
              <a:ext uri="{FF2B5EF4-FFF2-40B4-BE49-F238E27FC236}">
                <a16:creationId xmlns:a16="http://schemas.microsoft.com/office/drawing/2014/main" id="{8CEB8EFE-4CF0-413A-A405-54473C6C31F1}"/>
              </a:ext>
            </a:extLst>
          </p:cNvPr>
          <p:cNvSpPr/>
          <p:nvPr/>
        </p:nvSpPr>
        <p:spPr>
          <a:xfrm>
            <a:off x="1256444" y="2574120"/>
            <a:ext cx="715567" cy="71556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Google Shape;375;p47">
            <a:extLst>
              <a:ext uri="{FF2B5EF4-FFF2-40B4-BE49-F238E27FC236}">
                <a16:creationId xmlns:a16="http://schemas.microsoft.com/office/drawing/2014/main" id="{CF3CF7A4-BC6C-45A4-927F-27F339EFB899}"/>
              </a:ext>
            </a:extLst>
          </p:cNvPr>
          <p:cNvSpPr txBox="1"/>
          <p:nvPr/>
        </p:nvSpPr>
        <p:spPr>
          <a:xfrm flipH="1">
            <a:off x="2272829" y="3878634"/>
            <a:ext cx="6462957" cy="442858"/>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IN" sz="2500" dirty="0">
                <a:solidFill>
                  <a:schemeClr val="bg1"/>
                </a:solidFill>
                <a:latin typeface="Space Mono" panose="02000509040000020004" pitchFamily="49" charset="0"/>
                <a:ea typeface="Bebas Neue"/>
                <a:cs typeface="Bebas Neue"/>
                <a:sym typeface="Bebas Neue"/>
              </a:rPr>
              <a:t>Real Time Monitoring and Visualization </a:t>
            </a:r>
            <a:endParaRPr sz="2500" dirty="0">
              <a:solidFill>
                <a:schemeClr val="bg1"/>
              </a:solidFill>
              <a:latin typeface="Space Mono" panose="02000509040000020004" pitchFamily="49" charset="0"/>
              <a:ea typeface="Bebas Neue"/>
              <a:cs typeface="Bebas Neue"/>
              <a:sym typeface="Bebas Neue"/>
            </a:endParaRPr>
          </a:p>
        </p:txBody>
      </p:sp>
      <p:sp>
        <p:nvSpPr>
          <p:cNvPr id="55" name="Rectángulo 54">
            <a:extLst>
              <a:ext uri="{FF2B5EF4-FFF2-40B4-BE49-F238E27FC236}">
                <a16:creationId xmlns:a16="http://schemas.microsoft.com/office/drawing/2014/main" id="{F3821F2D-84C6-4377-A233-F338F38F2B17}"/>
              </a:ext>
            </a:extLst>
          </p:cNvPr>
          <p:cNvSpPr/>
          <p:nvPr/>
        </p:nvSpPr>
        <p:spPr>
          <a:xfrm>
            <a:off x="1256444" y="3753765"/>
            <a:ext cx="715567" cy="71556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76" name="Grupo 75">
            <a:extLst>
              <a:ext uri="{FF2B5EF4-FFF2-40B4-BE49-F238E27FC236}">
                <a16:creationId xmlns:a16="http://schemas.microsoft.com/office/drawing/2014/main" id="{E58B955C-74D6-4FBD-B013-9DA7826C261B}"/>
              </a:ext>
            </a:extLst>
          </p:cNvPr>
          <p:cNvGrpSpPr/>
          <p:nvPr/>
        </p:nvGrpSpPr>
        <p:grpSpPr>
          <a:xfrm>
            <a:off x="1477413" y="2737069"/>
            <a:ext cx="273627" cy="377055"/>
            <a:chOff x="8104801" y="2689089"/>
            <a:chExt cx="273627" cy="377055"/>
          </a:xfrm>
        </p:grpSpPr>
        <p:sp>
          <p:nvSpPr>
            <p:cNvPr id="77" name="Forma libre: forma 76">
              <a:extLst>
                <a:ext uri="{FF2B5EF4-FFF2-40B4-BE49-F238E27FC236}">
                  <a16:creationId xmlns:a16="http://schemas.microsoft.com/office/drawing/2014/main" id="{90BCEEB3-2E3E-4F9F-84FF-51EB634F3D47}"/>
                </a:ext>
              </a:extLst>
            </p:cNvPr>
            <p:cNvSpPr/>
            <p:nvPr/>
          </p:nvSpPr>
          <p:spPr>
            <a:xfrm>
              <a:off x="8104801" y="2689089"/>
              <a:ext cx="273627" cy="377055"/>
            </a:xfrm>
            <a:custGeom>
              <a:avLst/>
              <a:gdLst>
                <a:gd name="connsiteX0" fmla="*/ 224340 w 273627"/>
                <a:gd name="connsiteY0" fmla="*/ 135148 h 377055"/>
                <a:gd name="connsiteX1" fmla="*/ 224340 w 273627"/>
                <a:gd name="connsiteY1" fmla="*/ 87526 h 377055"/>
                <a:gd name="connsiteX2" fmla="*/ 136849 w 273627"/>
                <a:gd name="connsiteY2" fmla="*/ 0 h 377055"/>
                <a:gd name="connsiteX3" fmla="*/ 49288 w 273627"/>
                <a:gd name="connsiteY3" fmla="*/ 87526 h 377055"/>
                <a:gd name="connsiteX4" fmla="*/ 49288 w 273627"/>
                <a:gd name="connsiteY4" fmla="*/ 135148 h 377055"/>
                <a:gd name="connsiteX5" fmla="*/ 0 w 273627"/>
                <a:gd name="connsiteY5" fmla="*/ 240228 h 377055"/>
                <a:gd name="connsiteX6" fmla="*/ 136779 w 273627"/>
                <a:gd name="connsiteY6" fmla="*/ 377055 h 377055"/>
                <a:gd name="connsiteX7" fmla="*/ 273628 w 273627"/>
                <a:gd name="connsiteY7" fmla="*/ 240228 h 377055"/>
                <a:gd name="connsiteX8" fmla="*/ 224340 w 273627"/>
                <a:gd name="connsiteY8" fmla="*/ 135148 h 377055"/>
                <a:gd name="connsiteX9" fmla="*/ 71387 w 273627"/>
                <a:gd name="connsiteY9" fmla="*/ 87526 h 377055"/>
                <a:gd name="connsiteX10" fmla="*/ 136849 w 273627"/>
                <a:gd name="connsiteY10" fmla="*/ 22092 h 377055"/>
                <a:gd name="connsiteX11" fmla="*/ 202241 w 273627"/>
                <a:gd name="connsiteY11" fmla="*/ 87526 h 377055"/>
                <a:gd name="connsiteX12" fmla="*/ 202241 w 273627"/>
                <a:gd name="connsiteY12" fmla="*/ 120096 h 377055"/>
                <a:gd name="connsiteX13" fmla="*/ 71387 w 273627"/>
                <a:gd name="connsiteY13" fmla="*/ 120096 h 377055"/>
                <a:gd name="connsiteX14" fmla="*/ 136849 w 273627"/>
                <a:gd name="connsiteY14" fmla="*/ 354963 h 377055"/>
                <a:gd name="connsiteX15" fmla="*/ 22099 w 273627"/>
                <a:gd name="connsiteY15" fmla="*/ 240228 h 377055"/>
                <a:gd name="connsiteX16" fmla="*/ 136849 w 273627"/>
                <a:gd name="connsiteY16" fmla="*/ 125499 h 377055"/>
                <a:gd name="connsiteX17" fmla="*/ 251529 w 273627"/>
                <a:gd name="connsiteY17" fmla="*/ 240228 h 377055"/>
                <a:gd name="connsiteX18" fmla="*/ 136849 w 273627"/>
                <a:gd name="connsiteY18" fmla="*/ 354963 h 37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3627" h="377055">
                  <a:moveTo>
                    <a:pt x="224340" y="135148"/>
                  </a:moveTo>
                  <a:lnTo>
                    <a:pt x="224340" y="87526"/>
                  </a:lnTo>
                  <a:cubicBezTo>
                    <a:pt x="224340" y="39186"/>
                    <a:pt x="185161" y="0"/>
                    <a:pt x="136849" y="0"/>
                  </a:cubicBezTo>
                  <a:cubicBezTo>
                    <a:pt x="88467" y="0"/>
                    <a:pt x="49288" y="39186"/>
                    <a:pt x="49288" y="87526"/>
                  </a:cubicBezTo>
                  <a:lnTo>
                    <a:pt x="49288" y="135148"/>
                  </a:lnTo>
                  <a:cubicBezTo>
                    <a:pt x="18056" y="161102"/>
                    <a:pt x="0" y="199612"/>
                    <a:pt x="0" y="240228"/>
                  </a:cubicBezTo>
                  <a:cubicBezTo>
                    <a:pt x="0" y="315672"/>
                    <a:pt x="61348" y="377055"/>
                    <a:pt x="136779" y="377055"/>
                  </a:cubicBezTo>
                  <a:cubicBezTo>
                    <a:pt x="212279" y="377055"/>
                    <a:pt x="273628" y="315672"/>
                    <a:pt x="273628" y="240228"/>
                  </a:cubicBezTo>
                  <a:cubicBezTo>
                    <a:pt x="273628" y="199612"/>
                    <a:pt x="255572" y="161102"/>
                    <a:pt x="224340" y="135148"/>
                  </a:cubicBezTo>
                  <a:close/>
                  <a:moveTo>
                    <a:pt x="71387" y="87526"/>
                  </a:moveTo>
                  <a:cubicBezTo>
                    <a:pt x="71387" y="51386"/>
                    <a:pt x="100667" y="22092"/>
                    <a:pt x="136849" y="22092"/>
                  </a:cubicBezTo>
                  <a:cubicBezTo>
                    <a:pt x="172961" y="22092"/>
                    <a:pt x="202241" y="51386"/>
                    <a:pt x="202241" y="87526"/>
                  </a:cubicBezTo>
                  <a:lnTo>
                    <a:pt x="202241" y="120096"/>
                  </a:lnTo>
                  <a:cubicBezTo>
                    <a:pt x="161458" y="97851"/>
                    <a:pt x="112170" y="97851"/>
                    <a:pt x="71387" y="120096"/>
                  </a:cubicBezTo>
                  <a:close/>
                  <a:moveTo>
                    <a:pt x="136849" y="354963"/>
                  </a:moveTo>
                  <a:cubicBezTo>
                    <a:pt x="73548" y="354963"/>
                    <a:pt x="22099" y="303493"/>
                    <a:pt x="22099" y="240228"/>
                  </a:cubicBezTo>
                  <a:cubicBezTo>
                    <a:pt x="22099" y="176962"/>
                    <a:pt x="73548" y="125499"/>
                    <a:pt x="136849" y="125499"/>
                  </a:cubicBezTo>
                  <a:cubicBezTo>
                    <a:pt x="200079" y="125499"/>
                    <a:pt x="251529" y="176969"/>
                    <a:pt x="251529" y="240228"/>
                  </a:cubicBezTo>
                  <a:cubicBezTo>
                    <a:pt x="251529" y="303486"/>
                    <a:pt x="200079" y="354963"/>
                    <a:pt x="136849" y="354963"/>
                  </a:cubicBezTo>
                  <a:close/>
                </a:path>
              </a:pathLst>
            </a:custGeom>
            <a:solidFill>
              <a:schemeClr val="bg1"/>
            </a:solidFill>
            <a:ln w="696" cap="flat">
              <a:noFill/>
              <a:prstDash val="solid"/>
              <a:miter/>
            </a:ln>
          </p:spPr>
          <p:txBody>
            <a:bodyPr rtlCol="0" anchor="ctr"/>
            <a:lstStyle/>
            <a:p>
              <a:endParaRPr lang="es-ES"/>
            </a:p>
          </p:txBody>
        </p:sp>
        <p:sp>
          <p:nvSpPr>
            <p:cNvPr id="78" name="Forma libre: forma 77">
              <a:extLst>
                <a:ext uri="{FF2B5EF4-FFF2-40B4-BE49-F238E27FC236}">
                  <a16:creationId xmlns:a16="http://schemas.microsoft.com/office/drawing/2014/main" id="{2D947013-A6DB-444F-87D4-1A14F097FC55}"/>
                </a:ext>
              </a:extLst>
            </p:cNvPr>
            <p:cNvSpPr/>
            <p:nvPr/>
          </p:nvSpPr>
          <p:spPr>
            <a:xfrm>
              <a:off x="8149000" y="2836681"/>
              <a:ext cx="185230" cy="185278"/>
            </a:xfrm>
            <a:custGeom>
              <a:avLst/>
              <a:gdLst>
                <a:gd name="connsiteX0" fmla="*/ 92580 w 185230"/>
                <a:gd name="connsiteY0" fmla="*/ 0 h 185278"/>
                <a:gd name="connsiteX1" fmla="*/ 0 w 185230"/>
                <a:gd name="connsiteY1" fmla="*/ 92636 h 185278"/>
                <a:gd name="connsiteX2" fmla="*/ 92580 w 185230"/>
                <a:gd name="connsiteY2" fmla="*/ 185279 h 185278"/>
                <a:gd name="connsiteX3" fmla="*/ 185230 w 185230"/>
                <a:gd name="connsiteY3" fmla="*/ 92636 h 185278"/>
                <a:gd name="connsiteX4" fmla="*/ 92580 w 185230"/>
                <a:gd name="connsiteY4" fmla="*/ 0 h 185278"/>
                <a:gd name="connsiteX5" fmla="*/ 92580 w 185230"/>
                <a:gd name="connsiteY5" fmla="*/ 163187 h 185278"/>
                <a:gd name="connsiteX6" fmla="*/ 22029 w 185230"/>
                <a:gd name="connsiteY6" fmla="*/ 92671 h 185278"/>
                <a:gd name="connsiteX7" fmla="*/ 92580 w 185230"/>
                <a:gd name="connsiteY7" fmla="*/ 22086 h 185278"/>
                <a:gd name="connsiteX8" fmla="*/ 163131 w 185230"/>
                <a:gd name="connsiteY8" fmla="*/ 92601 h 185278"/>
                <a:gd name="connsiteX9" fmla="*/ 163131 w 185230"/>
                <a:gd name="connsiteY9" fmla="*/ 92636 h 185278"/>
                <a:gd name="connsiteX10" fmla="*/ 92580 w 185230"/>
                <a:gd name="connsiteY10" fmla="*/ 163187 h 18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230" h="185278">
                  <a:moveTo>
                    <a:pt x="92580" y="0"/>
                  </a:moveTo>
                  <a:cubicBezTo>
                    <a:pt x="41549" y="0"/>
                    <a:pt x="0" y="41557"/>
                    <a:pt x="0" y="92636"/>
                  </a:cubicBezTo>
                  <a:cubicBezTo>
                    <a:pt x="0" y="143716"/>
                    <a:pt x="41549" y="185279"/>
                    <a:pt x="92580" y="185279"/>
                  </a:cubicBezTo>
                  <a:cubicBezTo>
                    <a:pt x="143680" y="185279"/>
                    <a:pt x="185230" y="143723"/>
                    <a:pt x="185230" y="92636"/>
                  </a:cubicBezTo>
                  <a:cubicBezTo>
                    <a:pt x="185230" y="41550"/>
                    <a:pt x="143680" y="0"/>
                    <a:pt x="92580" y="0"/>
                  </a:cubicBezTo>
                  <a:close/>
                  <a:moveTo>
                    <a:pt x="92580" y="163187"/>
                  </a:moveTo>
                  <a:cubicBezTo>
                    <a:pt x="53680" y="163208"/>
                    <a:pt x="22029" y="131634"/>
                    <a:pt x="22029" y="92671"/>
                  </a:cubicBezTo>
                  <a:cubicBezTo>
                    <a:pt x="22029" y="53708"/>
                    <a:pt x="53610" y="22106"/>
                    <a:pt x="92580" y="22086"/>
                  </a:cubicBezTo>
                  <a:cubicBezTo>
                    <a:pt x="131480" y="22065"/>
                    <a:pt x="163131" y="53638"/>
                    <a:pt x="163131" y="92601"/>
                  </a:cubicBezTo>
                  <a:cubicBezTo>
                    <a:pt x="163131" y="92615"/>
                    <a:pt x="163131" y="92622"/>
                    <a:pt x="163131" y="92636"/>
                  </a:cubicBezTo>
                  <a:cubicBezTo>
                    <a:pt x="163061" y="131578"/>
                    <a:pt x="131550" y="163138"/>
                    <a:pt x="92580" y="163187"/>
                  </a:cubicBezTo>
                  <a:close/>
                </a:path>
              </a:pathLst>
            </a:custGeom>
            <a:solidFill>
              <a:schemeClr val="bg1"/>
            </a:solidFill>
            <a:ln w="696" cap="flat">
              <a:noFill/>
              <a:prstDash val="solid"/>
              <a:miter/>
            </a:ln>
          </p:spPr>
          <p:txBody>
            <a:bodyPr rtlCol="0" anchor="ctr"/>
            <a:lstStyle/>
            <a:p>
              <a:endParaRPr lang="es-ES"/>
            </a:p>
          </p:txBody>
        </p:sp>
        <p:sp>
          <p:nvSpPr>
            <p:cNvPr id="79" name="Forma libre: forma 78">
              <a:extLst>
                <a:ext uri="{FF2B5EF4-FFF2-40B4-BE49-F238E27FC236}">
                  <a16:creationId xmlns:a16="http://schemas.microsoft.com/office/drawing/2014/main" id="{A0C1801D-1994-4B11-965E-B006BB820DCA}"/>
                </a:ext>
              </a:extLst>
            </p:cNvPr>
            <p:cNvSpPr/>
            <p:nvPr/>
          </p:nvSpPr>
          <p:spPr>
            <a:xfrm>
              <a:off x="8208466" y="2884003"/>
              <a:ext cx="66307" cy="88432"/>
            </a:xfrm>
            <a:custGeom>
              <a:avLst/>
              <a:gdLst>
                <a:gd name="connsiteX0" fmla="*/ 33114 w 66307"/>
                <a:gd name="connsiteY0" fmla="*/ 0 h 88432"/>
                <a:gd name="connsiteX1" fmla="*/ 0 w 66307"/>
                <a:gd name="connsiteY1" fmla="*/ 33156 h 88432"/>
                <a:gd name="connsiteX2" fmla="*/ 22099 w 66307"/>
                <a:gd name="connsiteY2" fmla="*/ 64416 h 88432"/>
                <a:gd name="connsiteX3" fmla="*/ 22099 w 66307"/>
                <a:gd name="connsiteY3" fmla="*/ 88432 h 88432"/>
                <a:gd name="connsiteX4" fmla="*/ 44199 w 66307"/>
                <a:gd name="connsiteY4" fmla="*/ 88432 h 88432"/>
                <a:gd name="connsiteX5" fmla="*/ 44199 w 66307"/>
                <a:gd name="connsiteY5" fmla="*/ 64416 h 88432"/>
                <a:gd name="connsiteX6" fmla="*/ 64416 w 66307"/>
                <a:gd name="connsiteY6" fmla="*/ 22106 h 88432"/>
                <a:gd name="connsiteX7" fmla="*/ 33114 w 66307"/>
                <a:gd name="connsiteY7" fmla="*/ 0 h 88432"/>
                <a:gd name="connsiteX8" fmla="*/ 33114 w 66307"/>
                <a:gd name="connsiteY8" fmla="*/ 44220 h 88432"/>
                <a:gd name="connsiteX9" fmla="*/ 22099 w 66307"/>
                <a:gd name="connsiteY9" fmla="*/ 33156 h 88432"/>
                <a:gd name="connsiteX10" fmla="*/ 33114 w 66307"/>
                <a:gd name="connsiteY10" fmla="*/ 22092 h 88432"/>
                <a:gd name="connsiteX11" fmla="*/ 44199 w 66307"/>
                <a:gd name="connsiteY11" fmla="*/ 33156 h 88432"/>
                <a:gd name="connsiteX12" fmla="*/ 33114 w 66307"/>
                <a:gd name="connsiteY12" fmla="*/ 4422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307" h="88432">
                  <a:moveTo>
                    <a:pt x="33114" y="0"/>
                  </a:moveTo>
                  <a:cubicBezTo>
                    <a:pt x="14849" y="0"/>
                    <a:pt x="0" y="14849"/>
                    <a:pt x="0" y="33156"/>
                  </a:cubicBezTo>
                  <a:cubicBezTo>
                    <a:pt x="0" y="47210"/>
                    <a:pt x="8854" y="59731"/>
                    <a:pt x="22099" y="64416"/>
                  </a:cubicBezTo>
                  <a:lnTo>
                    <a:pt x="22099" y="88432"/>
                  </a:lnTo>
                  <a:lnTo>
                    <a:pt x="44199" y="88432"/>
                  </a:lnTo>
                  <a:lnTo>
                    <a:pt x="44199" y="64416"/>
                  </a:lnTo>
                  <a:cubicBezTo>
                    <a:pt x="61488" y="58309"/>
                    <a:pt x="70481" y="39367"/>
                    <a:pt x="64416" y="22106"/>
                  </a:cubicBezTo>
                  <a:cubicBezTo>
                    <a:pt x="59745" y="8861"/>
                    <a:pt x="47197" y="0"/>
                    <a:pt x="33114" y="0"/>
                  </a:cubicBezTo>
                  <a:close/>
                  <a:moveTo>
                    <a:pt x="33114" y="44220"/>
                  </a:moveTo>
                  <a:cubicBezTo>
                    <a:pt x="27049" y="44220"/>
                    <a:pt x="22099" y="39263"/>
                    <a:pt x="22099" y="33156"/>
                  </a:cubicBezTo>
                  <a:cubicBezTo>
                    <a:pt x="22099" y="27049"/>
                    <a:pt x="27049" y="22092"/>
                    <a:pt x="33114" y="22092"/>
                  </a:cubicBezTo>
                  <a:cubicBezTo>
                    <a:pt x="39249" y="22092"/>
                    <a:pt x="44199" y="27042"/>
                    <a:pt x="44199" y="33156"/>
                  </a:cubicBezTo>
                  <a:cubicBezTo>
                    <a:pt x="44199" y="39263"/>
                    <a:pt x="39249" y="44213"/>
                    <a:pt x="33114" y="44220"/>
                  </a:cubicBezTo>
                  <a:close/>
                </a:path>
              </a:pathLst>
            </a:custGeom>
            <a:solidFill>
              <a:schemeClr val="bg1"/>
            </a:solidFill>
            <a:ln w="696" cap="flat">
              <a:noFill/>
              <a:prstDash val="solid"/>
              <a:miter/>
            </a:ln>
          </p:spPr>
          <p:txBody>
            <a:bodyPr rtlCol="0" anchor="ctr"/>
            <a:lstStyle/>
            <a:p>
              <a:endParaRPr lang="es-ES"/>
            </a:p>
          </p:txBody>
        </p:sp>
      </p:grpSp>
      <p:sp>
        <p:nvSpPr>
          <p:cNvPr id="80" name="Forma libre: forma 79">
            <a:extLst>
              <a:ext uri="{FF2B5EF4-FFF2-40B4-BE49-F238E27FC236}">
                <a16:creationId xmlns:a16="http://schemas.microsoft.com/office/drawing/2014/main" id="{A14718EF-2777-46DD-BEEF-4F8808329000}"/>
              </a:ext>
            </a:extLst>
          </p:cNvPr>
          <p:cNvSpPr/>
          <p:nvPr/>
        </p:nvSpPr>
        <p:spPr>
          <a:xfrm>
            <a:off x="1425709" y="3911567"/>
            <a:ext cx="377034" cy="376992"/>
          </a:xfrm>
          <a:custGeom>
            <a:avLst/>
            <a:gdLst>
              <a:gd name="connsiteX0" fmla="*/ 321054 w 377034"/>
              <a:gd name="connsiteY0" fmla="*/ 244982 h 376992"/>
              <a:gd name="connsiteX1" fmla="*/ 237676 w 377034"/>
              <a:gd name="connsiteY1" fmla="*/ 182630 h 376992"/>
              <a:gd name="connsiteX2" fmla="*/ 237676 w 377034"/>
              <a:gd name="connsiteY2" fmla="*/ 118563 h 376992"/>
              <a:gd name="connsiteX3" fmla="*/ 291495 w 377034"/>
              <a:gd name="connsiteY3" fmla="*/ 118563 h 376992"/>
              <a:gd name="connsiteX4" fmla="*/ 188598 w 377034"/>
              <a:gd name="connsiteY4" fmla="*/ 0 h 376992"/>
              <a:gd name="connsiteX5" fmla="*/ 85700 w 377034"/>
              <a:gd name="connsiteY5" fmla="*/ 118563 h 376992"/>
              <a:gd name="connsiteX6" fmla="*/ 139449 w 377034"/>
              <a:gd name="connsiteY6" fmla="*/ 118563 h 376992"/>
              <a:gd name="connsiteX7" fmla="*/ 139449 w 377034"/>
              <a:gd name="connsiteY7" fmla="*/ 140676 h 376992"/>
              <a:gd name="connsiteX8" fmla="*/ 139240 w 377034"/>
              <a:gd name="connsiteY8" fmla="*/ 140676 h 376992"/>
              <a:gd name="connsiteX9" fmla="*/ 43801 w 377034"/>
              <a:gd name="connsiteY9" fmla="*/ 236121 h 376992"/>
              <a:gd name="connsiteX10" fmla="*/ 44499 w 377034"/>
              <a:gd name="connsiteY10" fmla="*/ 247861 h 376992"/>
              <a:gd name="connsiteX11" fmla="*/ 3786 w 377034"/>
              <a:gd name="connsiteY11" fmla="*/ 332543 h 376992"/>
              <a:gd name="connsiteX12" fmla="*/ 66458 w 377034"/>
              <a:gd name="connsiteY12" fmla="*/ 376993 h 376992"/>
              <a:gd name="connsiteX13" fmla="*/ 310666 w 377034"/>
              <a:gd name="connsiteY13" fmla="*/ 376993 h 376992"/>
              <a:gd name="connsiteX14" fmla="*/ 377034 w 377034"/>
              <a:gd name="connsiteY14" fmla="*/ 310562 h 376992"/>
              <a:gd name="connsiteX15" fmla="*/ 321054 w 377034"/>
              <a:gd name="connsiteY15" fmla="*/ 244961 h 376992"/>
              <a:gd name="connsiteX16" fmla="*/ 134151 w 377034"/>
              <a:gd name="connsiteY16" fmla="*/ 96491 h 376992"/>
              <a:gd name="connsiteX17" fmla="*/ 188598 w 377034"/>
              <a:gd name="connsiteY17" fmla="*/ 33749 h 376992"/>
              <a:gd name="connsiteX18" fmla="*/ 243044 w 377034"/>
              <a:gd name="connsiteY18" fmla="*/ 96491 h 376992"/>
              <a:gd name="connsiteX19" fmla="*/ 215577 w 377034"/>
              <a:gd name="connsiteY19" fmla="*/ 96491 h 376992"/>
              <a:gd name="connsiteX20" fmla="*/ 215577 w 377034"/>
              <a:gd name="connsiteY20" fmla="*/ 178914 h 376992"/>
              <a:gd name="connsiteX21" fmla="*/ 161549 w 377034"/>
              <a:gd name="connsiteY21" fmla="*/ 143360 h 376992"/>
              <a:gd name="connsiteX22" fmla="*/ 161549 w 377034"/>
              <a:gd name="connsiteY22" fmla="*/ 96456 h 376992"/>
              <a:gd name="connsiteX23" fmla="*/ 310666 w 377034"/>
              <a:gd name="connsiteY23" fmla="*/ 354942 h 376992"/>
              <a:gd name="connsiteX24" fmla="*/ 66458 w 377034"/>
              <a:gd name="connsiteY24" fmla="*/ 354942 h 376992"/>
              <a:gd name="connsiteX25" fmla="*/ 22121 w 377034"/>
              <a:gd name="connsiteY25" fmla="*/ 310632 h 376992"/>
              <a:gd name="connsiteX26" fmla="*/ 59069 w 377034"/>
              <a:gd name="connsiteY26" fmla="*/ 266907 h 376992"/>
              <a:gd name="connsiteX27" fmla="*/ 70711 w 377034"/>
              <a:gd name="connsiteY27" fmla="*/ 264934 h 376992"/>
              <a:gd name="connsiteX28" fmla="*/ 67923 w 377034"/>
              <a:gd name="connsiteY28" fmla="*/ 253431 h 376992"/>
              <a:gd name="connsiteX29" fmla="*/ 122021 w 377034"/>
              <a:gd name="connsiteY29" fmla="*/ 164874 h 376992"/>
              <a:gd name="connsiteX30" fmla="*/ 205817 w 377034"/>
              <a:gd name="connsiteY30" fmla="*/ 205419 h 376992"/>
              <a:gd name="connsiteX31" fmla="*/ 210697 w 377034"/>
              <a:gd name="connsiteY31" fmla="*/ 216030 h 376992"/>
              <a:gd name="connsiteX32" fmla="*/ 221015 w 377034"/>
              <a:gd name="connsiteY32" fmla="*/ 210529 h 376992"/>
              <a:gd name="connsiteX33" fmla="*/ 246321 w 377034"/>
              <a:gd name="connsiteY33" fmla="*/ 204255 h 376992"/>
              <a:gd name="connsiteX34" fmla="*/ 300000 w 377034"/>
              <a:gd name="connsiteY34" fmla="*/ 255725 h 376992"/>
              <a:gd name="connsiteX35" fmla="*/ 300489 w 377034"/>
              <a:gd name="connsiteY35" fmla="*/ 266231 h 376992"/>
              <a:gd name="connsiteX36" fmla="*/ 310946 w 377034"/>
              <a:gd name="connsiteY36" fmla="*/ 266301 h 376992"/>
              <a:gd name="connsiteX37" fmla="*/ 355145 w 377034"/>
              <a:gd name="connsiteY37" fmla="*/ 310792 h 376992"/>
              <a:gd name="connsiteX38" fmla="*/ 310666 w 377034"/>
              <a:gd name="connsiteY38" fmla="*/ 354963 h 37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77034" h="376992">
                <a:moveTo>
                  <a:pt x="321054" y="244982"/>
                </a:moveTo>
                <a:cubicBezTo>
                  <a:pt x="314222" y="205357"/>
                  <a:pt x="277622" y="177980"/>
                  <a:pt x="237676" y="182630"/>
                </a:cubicBezTo>
                <a:lnTo>
                  <a:pt x="237676" y="118563"/>
                </a:lnTo>
                <a:lnTo>
                  <a:pt x="291495" y="118563"/>
                </a:lnTo>
                <a:lnTo>
                  <a:pt x="188598" y="0"/>
                </a:lnTo>
                <a:lnTo>
                  <a:pt x="85700" y="118563"/>
                </a:lnTo>
                <a:lnTo>
                  <a:pt x="139449" y="118563"/>
                </a:lnTo>
                <a:lnTo>
                  <a:pt x="139449" y="140676"/>
                </a:lnTo>
                <a:lnTo>
                  <a:pt x="139240" y="140676"/>
                </a:lnTo>
                <a:cubicBezTo>
                  <a:pt x="86606" y="140676"/>
                  <a:pt x="43801" y="183494"/>
                  <a:pt x="43801" y="236121"/>
                </a:cubicBezTo>
                <a:cubicBezTo>
                  <a:pt x="43732" y="240046"/>
                  <a:pt x="44010" y="243964"/>
                  <a:pt x="44499" y="247861"/>
                </a:cubicBezTo>
                <a:cubicBezTo>
                  <a:pt x="9851" y="260005"/>
                  <a:pt x="-8414" y="297916"/>
                  <a:pt x="3786" y="332543"/>
                </a:cubicBezTo>
                <a:cubicBezTo>
                  <a:pt x="13127" y="359167"/>
                  <a:pt x="38224" y="376986"/>
                  <a:pt x="66458" y="376993"/>
                </a:cubicBezTo>
                <a:lnTo>
                  <a:pt x="310666" y="376993"/>
                </a:lnTo>
                <a:cubicBezTo>
                  <a:pt x="347336" y="376951"/>
                  <a:pt x="377034" y="347232"/>
                  <a:pt x="377034" y="310562"/>
                </a:cubicBezTo>
                <a:cubicBezTo>
                  <a:pt x="377034" y="277573"/>
                  <a:pt x="352705" y="249988"/>
                  <a:pt x="321054" y="244961"/>
                </a:cubicBezTo>
                <a:close/>
                <a:moveTo>
                  <a:pt x="134151" y="96491"/>
                </a:moveTo>
                <a:lnTo>
                  <a:pt x="188598" y="33749"/>
                </a:lnTo>
                <a:lnTo>
                  <a:pt x="243044" y="96491"/>
                </a:lnTo>
                <a:lnTo>
                  <a:pt x="215577" y="96491"/>
                </a:lnTo>
                <a:lnTo>
                  <a:pt x="215577" y="178914"/>
                </a:lnTo>
                <a:cubicBezTo>
                  <a:pt x="202261" y="161172"/>
                  <a:pt x="183160" y="148609"/>
                  <a:pt x="161549" y="143360"/>
                </a:cubicBezTo>
                <a:lnTo>
                  <a:pt x="161549" y="96456"/>
                </a:lnTo>
                <a:close/>
                <a:moveTo>
                  <a:pt x="310666" y="354942"/>
                </a:moveTo>
                <a:lnTo>
                  <a:pt x="66458" y="354942"/>
                </a:lnTo>
                <a:cubicBezTo>
                  <a:pt x="41989" y="354956"/>
                  <a:pt x="22121" y="335115"/>
                  <a:pt x="22121" y="310632"/>
                </a:cubicBezTo>
                <a:cubicBezTo>
                  <a:pt x="22121" y="289006"/>
                  <a:pt x="37736" y="270532"/>
                  <a:pt x="59069" y="266907"/>
                </a:cubicBezTo>
                <a:lnTo>
                  <a:pt x="70711" y="264934"/>
                </a:lnTo>
                <a:lnTo>
                  <a:pt x="67923" y="253431"/>
                </a:lnTo>
                <a:cubicBezTo>
                  <a:pt x="58372" y="214043"/>
                  <a:pt x="82632" y="174390"/>
                  <a:pt x="122021" y="164874"/>
                </a:cubicBezTo>
                <a:cubicBezTo>
                  <a:pt x="156041" y="156640"/>
                  <a:pt x="191177" y="173623"/>
                  <a:pt x="205817" y="205419"/>
                </a:cubicBezTo>
                <a:lnTo>
                  <a:pt x="210697" y="216030"/>
                </a:lnTo>
                <a:lnTo>
                  <a:pt x="221015" y="210529"/>
                </a:lnTo>
                <a:cubicBezTo>
                  <a:pt x="228823" y="206374"/>
                  <a:pt x="237467" y="204220"/>
                  <a:pt x="246321" y="204255"/>
                </a:cubicBezTo>
                <a:cubicBezTo>
                  <a:pt x="275112" y="204179"/>
                  <a:pt x="298885" y="226919"/>
                  <a:pt x="300000" y="255725"/>
                </a:cubicBezTo>
                <a:lnTo>
                  <a:pt x="300489" y="266231"/>
                </a:lnTo>
                <a:lnTo>
                  <a:pt x="310946" y="266301"/>
                </a:lnTo>
                <a:cubicBezTo>
                  <a:pt x="335485" y="266391"/>
                  <a:pt x="355214" y="286308"/>
                  <a:pt x="355145" y="310792"/>
                </a:cubicBezTo>
                <a:cubicBezTo>
                  <a:pt x="355074" y="335276"/>
                  <a:pt x="335137" y="355054"/>
                  <a:pt x="310666" y="354963"/>
                </a:cubicBezTo>
                <a:close/>
              </a:path>
            </a:pathLst>
          </a:custGeom>
          <a:solidFill>
            <a:schemeClr val="bg1"/>
          </a:solidFill>
          <a:ln w="696" cap="flat">
            <a:noFill/>
            <a:prstDash val="solid"/>
            <a:miter/>
          </a:ln>
        </p:spPr>
        <p:txBody>
          <a:bodyPr rtlCol="0" anchor="ctr"/>
          <a:lstStyle/>
          <a:p>
            <a:endParaRPr lang="es-ES"/>
          </a:p>
        </p:txBody>
      </p:sp>
      <p:sp>
        <p:nvSpPr>
          <p:cNvPr id="81" name="Forma libre: forma 80">
            <a:extLst>
              <a:ext uri="{FF2B5EF4-FFF2-40B4-BE49-F238E27FC236}">
                <a16:creationId xmlns:a16="http://schemas.microsoft.com/office/drawing/2014/main" id="{9F32A68D-BE7A-4675-B256-9BF77983CA1C}"/>
              </a:ext>
            </a:extLst>
          </p:cNvPr>
          <p:cNvSpPr/>
          <p:nvPr/>
        </p:nvSpPr>
        <p:spPr>
          <a:xfrm>
            <a:off x="1408576" y="1557836"/>
            <a:ext cx="377077" cy="377055"/>
          </a:xfrm>
          <a:custGeom>
            <a:avLst/>
            <a:gdLst>
              <a:gd name="connsiteX0" fmla="*/ 377077 w 377077"/>
              <a:gd name="connsiteY0" fmla="*/ 169893 h 377055"/>
              <a:gd name="connsiteX1" fmla="*/ 321027 w 377077"/>
              <a:gd name="connsiteY1" fmla="*/ 104292 h 377055"/>
              <a:gd name="connsiteX2" fmla="*/ 233327 w 377077"/>
              <a:gd name="connsiteY2" fmla="*/ 42540 h 377055"/>
              <a:gd name="connsiteX3" fmla="*/ 220778 w 377077"/>
              <a:gd name="connsiteY3" fmla="*/ 45858 h 377055"/>
              <a:gd name="connsiteX4" fmla="*/ 139213 w 377077"/>
              <a:gd name="connsiteY4" fmla="*/ 0 h 377055"/>
              <a:gd name="connsiteX5" fmla="*/ 43775 w 377077"/>
              <a:gd name="connsiteY5" fmla="*/ 95452 h 377055"/>
              <a:gd name="connsiteX6" fmla="*/ 44472 w 377077"/>
              <a:gd name="connsiteY6" fmla="*/ 107185 h 377055"/>
              <a:gd name="connsiteX7" fmla="*/ 3759 w 377077"/>
              <a:gd name="connsiteY7" fmla="*/ 191888 h 377055"/>
              <a:gd name="connsiteX8" fmla="*/ 66432 w 377077"/>
              <a:gd name="connsiteY8" fmla="*/ 236324 h 377055"/>
              <a:gd name="connsiteX9" fmla="*/ 67686 w 377077"/>
              <a:gd name="connsiteY9" fmla="*/ 236324 h 377055"/>
              <a:gd name="connsiteX10" fmla="*/ 66292 w 377077"/>
              <a:gd name="connsiteY10" fmla="*/ 254812 h 377055"/>
              <a:gd name="connsiteX11" fmla="*/ 188501 w 377077"/>
              <a:gd name="connsiteY11" fmla="*/ 377055 h 377055"/>
              <a:gd name="connsiteX12" fmla="*/ 310779 w 377077"/>
              <a:gd name="connsiteY12" fmla="*/ 254812 h 377055"/>
              <a:gd name="connsiteX13" fmla="*/ 309385 w 377077"/>
              <a:gd name="connsiteY13" fmla="*/ 236324 h 377055"/>
              <a:gd name="connsiteX14" fmla="*/ 310640 w 377077"/>
              <a:gd name="connsiteY14" fmla="*/ 236324 h 377055"/>
              <a:gd name="connsiteX15" fmla="*/ 377077 w 377077"/>
              <a:gd name="connsiteY15" fmla="*/ 169893 h 377055"/>
              <a:gd name="connsiteX16" fmla="*/ 140677 w 377077"/>
              <a:gd name="connsiteY16" fmla="*/ 265854 h 377055"/>
              <a:gd name="connsiteX17" fmla="*/ 144372 w 377077"/>
              <a:gd name="connsiteY17" fmla="*/ 302378 h 377055"/>
              <a:gd name="connsiteX18" fmla="*/ 109236 w 377077"/>
              <a:gd name="connsiteY18" fmla="*/ 315874 h 377055"/>
              <a:gd name="connsiteX19" fmla="*/ 89019 w 377077"/>
              <a:gd name="connsiteY19" fmla="*/ 265854 h 377055"/>
              <a:gd name="connsiteX20" fmla="*/ 188570 w 377077"/>
              <a:gd name="connsiteY20" fmla="*/ 154751 h 377055"/>
              <a:gd name="connsiteX21" fmla="*/ 204186 w 377077"/>
              <a:gd name="connsiteY21" fmla="*/ 182832 h 377055"/>
              <a:gd name="connsiteX22" fmla="*/ 206278 w 377077"/>
              <a:gd name="connsiteY22" fmla="*/ 189692 h 377055"/>
              <a:gd name="connsiteX23" fmla="*/ 170793 w 377077"/>
              <a:gd name="connsiteY23" fmla="*/ 189692 h 377055"/>
              <a:gd name="connsiteX24" fmla="*/ 172884 w 377077"/>
              <a:gd name="connsiteY24" fmla="*/ 182832 h 377055"/>
              <a:gd name="connsiteX25" fmla="*/ 188570 w 377077"/>
              <a:gd name="connsiteY25" fmla="*/ 154751 h 377055"/>
              <a:gd name="connsiteX26" fmla="*/ 188570 w 377077"/>
              <a:gd name="connsiteY26" fmla="*/ 212788 h 377055"/>
              <a:gd name="connsiteX27" fmla="*/ 211088 w 377077"/>
              <a:gd name="connsiteY27" fmla="*/ 211352 h 377055"/>
              <a:gd name="connsiteX28" fmla="*/ 214364 w 377077"/>
              <a:gd name="connsiteY28" fmla="*/ 243762 h 377055"/>
              <a:gd name="connsiteX29" fmla="*/ 162776 w 377077"/>
              <a:gd name="connsiteY29" fmla="*/ 243762 h 377055"/>
              <a:gd name="connsiteX30" fmla="*/ 166053 w 377077"/>
              <a:gd name="connsiteY30" fmla="*/ 211352 h 377055"/>
              <a:gd name="connsiteX31" fmla="*/ 188570 w 377077"/>
              <a:gd name="connsiteY31" fmla="*/ 212788 h 377055"/>
              <a:gd name="connsiteX32" fmla="*/ 214364 w 377077"/>
              <a:gd name="connsiteY32" fmla="*/ 265854 h 377055"/>
              <a:gd name="connsiteX33" fmla="*/ 211088 w 377077"/>
              <a:gd name="connsiteY33" fmla="*/ 298265 h 377055"/>
              <a:gd name="connsiteX34" fmla="*/ 166053 w 377077"/>
              <a:gd name="connsiteY34" fmla="*/ 298265 h 377055"/>
              <a:gd name="connsiteX35" fmla="*/ 162776 w 377077"/>
              <a:gd name="connsiteY35" fmla="*/ 265854 h 377055"/>
              <a:gd name="connsiteX36" fmla="*/ 148973 w 377077"/>
              <a:gd name="connsiteY36" fmla="*/ 323968 h 377055"/>
              <a:gd name="connsiteX37" fmla="*/ 158454 w 377077"/>
              <a:gd name="connsiteY37" fmla="*/ 350348 h 377055"/>
              <a:gd name="connsiteX38" fmla="*/ 125340 w 377077"/>
              <a:gd name="connsiteY38" fmla="*/ 332459 h 377055"/>
              <a:gd name="connsiteX39" fmla="*/ 148973 w 377077"/>
              <a:gd name="connsiteY39" fmla="*/ 323968 h 377055"/>
              <a:gd name="connsiteX40" fmla="*/ 172884 w 377077"/>
              <a:gd name="connsiteY40" fmla="*/ 326757 h 377055"/>
              <a:gd name="connsiteX41" fmla="*/ 170793 w 377077"/>
              <a:gd name="connsiteY41" fmla="*/ 319897 h 377055"/>
              <a:gd name="connsiteX42" fmla="*/ 206278 w 377077"/>
              <a:gd name="connsiteY42" fmla="*/ 319897 h 377055"/>
              <a:gd name="connsiteX43" fmla="*/ 204186 w 377077"/>
              <a:gd name="connsiteY43" fmla="*/ 326757 h 377055"/>
              <a:gd name="connsiteX44" fmla="*/ 188501 w 377077"/>
              <a:gd name="connsiteY44" fmla="*/ 354837 h 377055"/>
              <a:gd name="connsiteX45" fmla="*/ 172815 w 377077"/>
              <a:gd name="connsiteY45" fmla="*/ 326757 h 377055"/>
              <a:gd name="connsiteX46" fmla="*/ 228098 w 377077"/>
              <a:gd name="connsiteY46" fmla="*/ 323968 h 377055"/>
              <a:gd name="connsiteX47" fmla="*/ 251731 w 377077"/>
              <a:gd name="connsiteY47" fmla="*/ 332459 h 377055"/>
              <a:gd name="connsiteX48" fmla="*/ 218617 w 377077"/>
              <a:gd name="connsiteY48" fmla="*/ 350348 h 377055"/>
              <a:gd name="connsiteX49" fmla="*/ 228098 w 377077"/>
              <a:gd name="connsiteY49" fmla="*/ 323968 h 377055"/>
              <a:gd name="connsiteX50" fmla="*/ 232769 w 377077"/>
              <a:gd name="connsiteY50" fmla="*/ 302357 h 377055"/>
              <a:gd name="connsiteX51" fmla="*/ 236464 w 377077"/>
              <a:gd name="connsiteY51" fmla="*/ 265834 h 377055"/>
              <a:gd name="connsiteX52" fmla="*/ 288122 w 377077"/>
              <a:gd name="connsiteY52" fmla="*/ 265834 h 377055"/>
              <a:gd name="connsiteX53" fmla="*/ 267905 w 377077"/>
              <a:gd name="connsiteY53" fmla="*/ 315853 h 377055"/>
              <a:gd name="connsiteX54" fmla="*/ 232769 w 377077"/>
              <a:gd name="connsiteY54" fmla="*/ 302357 h 377055"/>
              <a:gd name="connsiteX55" fmla="*/ 236464 w 377077"/>
              <a:gd name="connsiteY55" fmla="*/ 243741 h 377055"/>
              <a:gd name="connsiteX56" fmla="*/ 232769 w 377077"/>
              <a:gd name="connsiteY56" fmla="*/ 207225 h 377055"/>
              <a:gd name="connsiteX57" fmla="*/ 267905 w 377077"/>
              <a:gd name="connsiteY57" fmla="*/ 193721 h 377055"/>
              <a:gd name="connsiteX58" fmla="*/ 288122 w 377077"/>
              <a:gd name="connsiteY58" fmla="*/ 243741 h 377055"/>
              <a:gd name="connsiteX59" fmla="*/ 228098 w 377077"/>
              <a:gd name="connsiteY59" fmla="*/ 185628 h 377055"/>
              <a:gd name="connsiteX60" fmla="*/ 218617 w 377077"/>
              <a:gd name="connsiteY60" fmla="*/ 159248 h 377055"/>
              <a:gd name="connsiteX61" fmla="*/ 251731 w 377077"/>
              <a:gd name="connsiteY61" fmla="*/ 177136 h 377055"/>
              <a:gd name="connsiteX62" fmla="*/ 228098 w 377077"/>
              <a:gd name="connsiteY62" fmla="*/ 185628 h 377055"/>
              <a:gd name="connsiteX63" fmla="*/ 148973 w 377077"/>
              <a:gd name="connsiteY63" fmla="*/ 185628 h 377055"/>
              <a:gd name="connsiteX64" fmla="*/ 125340 w 377077"/>
              <a:gd name="connsiteY64" fmla="*/ 177136 h 377055"/>
              <a:gd name="connsiteX65" fmla="*/ 158454 w 377077"/>
              <a:gd name="connsiteY65" fmla="*/ 159248 h 377055"/>
              <a:gd name="connsiteX66" fmla="*/ 148973 w 377077"/>
              <a:gd name="connsiteY66" fmla="*/ 185628 h 377055"/>
              <a:gd name="connsiteX67" fmla="*/ 109236 w 377077"/>
              <a:gd name="connsiteY67" fmla="*/ 193721 h 377055"/>
              <a:gd name="connsiteX68" fmla="*/ 144372 w 377077"/>
              <a:gd name="connsiteY68" fmla="*/ 207225 h 377055"/>
              <a:gd name="connsiteX69" fmla="*/ 140607 w 377077"/>
              <a:gd name="connsiteY69" fmla="*/ 243741 h 377055"/>
              <a:gd name="connsiteX70" fmla="*/ 89019 w 377077"/>
              <a:gd name="connsiteY70" fmla="*/ 243741 h 377055"/>
              <a:gd name="connsiteX71" fmla="*/ 109236 w 377077"/>
              <a:gd name="connsiteY71" fmla="*/ 193721 h 377055"/>
              <a:gd name="connsiteX72" fmla="*/ 188570 w 377077"/>
              <a:gd name="connsiteY72" fmla="*/ 132540 h 377055"/>
              <a:gd name="connsiteX73" fmla="*/ 73264 w 377077"/>
              <a:gd name="connsiteY73" fmla="*/ 214210 h 377055"/>
              <a:gd name="connsiteX74" fmla="*/ 66432 w 377077"/>
              <a:gd name="connsiteY74" fmla="*/ 214210 h 377055"/>
              <a:gd name="connsiteX75" fmla="*/ 22093 w 377077"/>
              <a:gd name="connsiteY75" fmla="*/ 169900 h 377055"/>
              <a:gd name="connsiteX76" fmla="*/ 58972 w 377077"/>
              <a:gd name="connsiteY76" fmla="*/ 126175 h 377055"/>
              <a:gd name="connsiteX77" fmla="*/ 70684 w 377077"/>
              <a:gd name="connsiteY77" fmla="*/ 124203 h 377055"/>
              <a:gd name="connsiteX78" fmla="*/ 67895 w 377077"/>
              <a:gd name="connsiteY78" fmla="*/ 112700 h 377055"/>
              <a:gd name="connsiteX79" fmla="*/ 121924 w 377077"/>
              <a:gd name="connsiteY79" fmla="*/ 24128 h 377055"/>
              <a:gd name="connsiteX80" fmla="*/ 205790 w 377077"/>
              <a:gd name="connsiteY80" fmla="*/ 64681 h 377055"/>
              <a:gd name="connsiteX81" fmla="*/ 210670 w 377077"/>
              <a:gd name="connsiteY81" fmla="*/ 75291 h 377055"/>
              <a:gd name="connsiteX82" fmla="*/ 220987 w 377077"/>
              <a:gd name="connsiteY82" fmla="*/ 69791 h 377055"/>
              <a:gd name="connsiteX83" fmla="*/ 293699 w 377077"/>
              <a:gd name="connsiteY83" fmla="*/ 92023 h 377055"/>
              <a:gd name="connsiteX84" fmla="*/ 299974 w 377077"/>
              <a:gd name="connsiteY84" fmla="*/ 114965 h 377055"/>
              <a:gd name="connsiteX85" fmla="*/ 300392 w 377077"/>
              <a:gd name="connsiteY85" fmla="*/ 125471 h 377055"/>
              <a:gd name="connsiteX86" fmla="*/ 310918 w 377077"/>
              <a:gd name="connsiteY86" fmla="*/ 125548 h 377055"/>
              <a:gd name="connsiteX87" fmla="*/ 355117 w 377077"/>
              <a:gd name="connsiteY87" fmla="*/ 170039 h 377055"/>
              <a:gd name="connsiteX88" fmla="*/ 310570 w 377077"/>
              <a:gd name="connsiteY88" fmla="*/ 214210 h 377055"/>
              <a:gd name="connsiteX89" fmla="*/ 303808 w 377077"/>
              <a:gd name="connsiteY89" fmla="*/ 214210 h 377055"/>
              <a:gd name="connsiteX90" fmla="*/ 188501 w 377077"/>
              <a:gd name="connsiteY90" fmla="*/ 132540 h 37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77077" h="377055">
                <a:moveTo>
                  <a:pt x="377077" y="169893"/>
                </a:moveTo>
                <a:cubicBezTo>
                  <a:pt x="377077" y="136904"/>
                  <a:pt x="352747" y="109319"/>
                  <a:pt x="321027" y="104292"/>
                </a:cubicBezTo>
                <a:cubicBezTo>
                  <a:pt x="313846" y="63021"/>
                  <a:pt x="274598" y="35373"/>
                  <a:pt x="233327" y="42540"/>
                </a:cubicBezTo>
                <a:cubicBezTo>
                  <a:pt x="229074" y="43285"/>
                  <a:pt x="224821" y="44394"/>
                  <a:pt x="220778" y="45858"/>
                </a:cubicBezTo>
                <a:cubicBezTo>
                  <a:pt x="203420" y="17435"/>
                  <a:pt x="172536" y="77"/>
                  <a:pt x="139213" y="0"/>
                </a:cubicBezTo>
                <a:cubicBezTo>
                  <a:pt x="86579" y="0"/>
                  <a:pt x="43775" y="42825"/>
                  <a:pt x="43775" y="95452"/>
                </a:cubicBezTo>
                <a:cubicBezTo>
                  <a:pt x="43775" y="99377"/>
                  <a:pt x="43984" y="103295"/>
                  <a:pt x="44472" y="107185"/>
                </a:cubicBezTo>
                <a:cubicBezTo>
                  <a:pt x="9824" y="119336"/>
                  <a:pt x="-8372" y="157261"/>
                  <a:pt x="3759" y="191888"/>
                </a:cubicBezTo>
                <a:cubicBezTo>
                  <a:pt x="13100" y="218498"/>
                  <a:pt x="38198" y="236310"/>
                  <a:pt x="66432" y="236324"/>
                </a:cubicBezTo>
                <a:lnTo>
                  <a:pt x="67686" y="236324"/>
                </a:lnTo>
                <a:cubicBezTo>
                  <a:pt x="66710" y="242444"/>
                  <a:pt x="66292" y="248621"/>
                  <a:pt x="66292" y="254812"/>
                </a:cubicBezTo>
                <a:cubicBezTo>
                  <a:pt x="66292" y="322218"/>
                  <a:pt x="121087" y="377055"/>
                  <a:pt x="188501" y="377055"/>
                </a:cubicBezTo>
                <a:cubicBezTo>
                  <a:pt x="255914" y="377055"/>
                  <a:pt x="310779" y="322218"/>
                  <a:pt x="310779" y="254812"/>
                </a:cubicBezTo>
                <a:cubicBezTo>
                  <a:pt x="310779" y="248621"/>
                  <a:pt x="310291" y="242444"/>
                  <a:pt x="309385" y="236324"/>
                </a:cubicBezTo>
                <a:lnTo>
                  <a:pt x="310640" y="236324"/>
                </a:lnTo>
                <a:cubicBezTo>
                  <a:pt x="347309" y="236282"/>
                  <a:pt x="377008" y="206563"/>
                  <a:pt x="377077" y="169893"/>
                </a:cubicBezTo>
                <a:close/>
                <a:moveTo>
                  <a:pt x="140677" y="265854"/>
                </a:moveTo>
                <a:cubicBezTo>
                  <a:pt x="141095" y="278096"/>
                  <a:pt x="142350" y="290296"/>
                  <a:pt x="144372" y="302378"/>
                </a:cubicBezTo>
                <a:cubicBezTo>
                  <a:pt x="132172" y="305438"/>
                  <a:pt x="120321" y="309977"/>
                  <a:pt x="109236" y="315874"/>
                </a:cubicBezTo>
                <a:cubicBezTo>
                  <a:pt x="98012" y="301374"/>
                  <a:pt x="91041" y="284071"/>
                  <a:pt x="89019" y="265854"/>
                </a:cubicBezTo>
                <a:close/>
                <a:moveTo>
                  <a:pt x="188570" y="154751"/>
                </a:moveTo>
                <a:cubicBezTo>
                  <a:pt x="190662" y="155790"/>
                  <a:pt x="197564" y="162371"/>
                  <a:pt x="204186" y="182832"/>
                </a:cubicBezTo>
                <a:cubicBezTo>
                  <a:pt x="204953" y="185056"/>
                  <a:pt x="205581" y="187350"/>
                  <a:pt x="206278" y="189692"/>
                </a:cubicBezTo>
                <a:cubicBezTo>
                  <a:pt x="194496" y="191030"/>
                  <a:pt x="182644" y="191030"/>
                  <a:pt x="170793" y="189692"/>
                </a:cubicBezTo>
                <a:cubicBezTo>
                  <a:pt x="171490" y="187350"/>
                  <a:pt x="172187" y="185056"/>
                  <a:pt x="172884" y="182832"/>
                </a:cubicBezTo>
                <a:cubicBezTo>
                  <a:pt x="179577" y="162371"/>
                  <a:pt x="186549" y="155790"/>
                  <a:pt x="188570" y="154751"/>
                </a:cubicBezTo>
                <a:close/>
                <a:moveTo>
                  <a:pt x="188570" y="212788"/>
                </a:moveTo>
                <a:cubicBezTo>
                  <a:pt x="196100" y="212788"/>
                  <a:pt x="203629" y="212307"/>
                  <a:pt x="211088" y="211352"/>
                </a:cubicBezTo>
                <a:cubicBezTo>
                  <a:pt x="212831" y="222074"/>
                  <a:pt x="213946" y="232901"/>
                  <a:pt x="214364" y="243762"/>
                </a:cubicBezTo>
                <a:lnTo>
                  <a:pt x="162776" y="243762"/>
                </a:lnTo>
                <a:cubicBezTo>
                  <a:pt x="163195" y="232901"/>
                  <a:pt x="164240" y="222074"/>
                  <a:pt x="166053" y="211352"/>
                </a:cubicBezTo>
                <a:cubicBezTo>
                  <a:pt x="173512" y="212307"/>
                  <a:pt x="181041" y="212788"/>
                  <a:pt x="188570" y="212788"/>
                </a:cubicBezTo>
                <a:close/>
                <a:moveTo>
                  <a:pt x="214364" y="265854"/>
                </a:moveTo>
                <a:cubicBezTo>
                  <a:pt x="213946" y="276716"/>
                  <a:pt x="212831" y="287542"/>
                  <a:pt x="211088" y="298265"/>
                </a:cubicBezTo>
                <a:cubicBezTo>
                  <a:pt x="196100" y="296347"/>
                  <a:pt x="180972" y="296347"/>
                  <a:pt x="166053" y="298265"/>
                </a:cubicBezTo>
                <a:cubicBezTo>
                  <a:pt x="164240" y="287542"/>
                  <a:pt x="163195" y="276716"/>
                  <a:pt x="162776" y="265854"/>
                </a:cubicBezTo>
                <a:close/>
                <a:moveTo>
                  <a:pt x="148973" y="323968"/>
                </a:moveTo>
                <a:cubicBezTo>
                  <a:pt x="151343" y="333038"/>
                  <a:pt x="154480" y="341864"/>
                  <a:pt x="158454" y="350348"/>
                </a:cubicBezTo>
                <a:cubicBezTo>
                  <a:pt x="146393" y="346534"/>
                  <a:pt x="135169" y="340462"/>
                  <a:pt x="125340" y="332459"/>
                </a:cubicBezTo>
                <a:cubicBezTo>
                  <a:pt x="132938" y="328911"/>
                  <a:pt x="140886" y="326066"/>
                  <a:pt x="148973" y="323968"/>
                </a:cubicBezTo>
                <a:close/>
                <a:moveTo>
                  <a:pt x="172884" y="326757"/>
                </a:moveTo>
                <a:cubicBezTo>
                  <a:pt x="172187" y="324533"/>
                  <a:pt x="171490" y="322239"/>
                  <a:pt x="170793" y="319897"/>
                </a:cubicBezTo>
                <a:cubicBezTo>
                  <a:pt x="182575" y="318558"/>
                  <a:pt x="194496" y="318558"/>
                  <a:pt x="206278" y="319897"/>
                </a:cubicBezTo>
                <a:cubicBezTo>
                  <a:pt x="205581" y="322239"/>
                  <a:pt x="204953" y="324533"/>
                  <a:pt x="204186" y="326757"/>
                </a:cubicBezTo>
                <a:cubicBezTo>
                  <a:pt x="197494" y="347218"/>
                  <a:pt x="190592" y="353799"/>
                  <a:pt x="188501" y="354837"/>
                </a:cubicBezTo>
                <a:cubicBezTo>
                  <a:pt x="186409" y="353799"/>
                  <a:pt x="179507" y="347218"/>
                  <a:pt x="172815" y="326757"/>
                </a:cubicBezTo>
                <a:close/>
                <a:moveTo>
                  <a:pt x="228098" y="323968"/>
                </a:moveTo>
                <a:cubicBezTo>
                  <a:pt x="236185" y="326066"/>
                  <a:pt x="244132" y="328911"/>
                  <a:pt x="251731" y="332459"/>
                </a:cubicBezTo>
                <a:cubicBezTo>
                  <a:pt x="241901" y="340462"/>
                  <a:pt x="230678" y="346534"/>
                  <a:pt x="218617" y="350348"/>
                </a:cubicBezTo>
                <a:cubicBezTo>
                  <a:pt x="222591" y="341864"/>
                  <a:pt x="225728" y="333038"/>
                  <a:pt x="228098" y="323968"/>
                </a:cubicBezTo>
                <a:close/>
                <a:moveTo>
                  <a:pt x="232769" y="302357"/>
                </a:moveTo>
                <a:cubicBezTo>
                  <a:pt x="234721" y="290275"/>
                  <a:pt x="235976" y="278075"/>
                  <a:pt x="236464" y="265834"/>
                </a:cubicBezTo>
                <a:lnTo>
                  <a:pt x="288122" y="265834"/>
                </a:lnTo>
                <a:cubicBezTo>
                  <a:pt x="286100" y="284050"/>
                  <a:pt x="279059" y="301353"/>
                  <a:pt x="267905" y="315853"/>
                </a:cubicBezTo>
                <a:cubicBezTo>
                  <a:pt x="256751" y="309956"/>
                  <a:pt x="244969" y="305424"/>
                  <a:pt x="232769" y="302357"/>
                </a:cubicBezTo>
                <a:close/>
                <a:moveTo>
                  <a:pt x="236464" y="243741"/>
                </a:moveTo>
                <a:cubicBezTo>
                  <a:pt x="235976" y="231499"/>
                  <a:pt x="234721" y="219306"/>
                  <a:pt x="232769" y="207225"/>
                </a:cubicBezTo>
                <a:cubicBezTo>
                  <a:pt x="244969" y="204165"/>
                  <a:pt x="256751" y="199626"/>
                  <a:pt x="267905" y="193721"/>
                </a:cubicBezTo>
                <a:cubicBezTo>
                  <a:pt x="279059" y="208215"/>
                  <a:pt x="286100" y="225525"/>
                  <a:pt x="288122" y="243741"/>
                </a:cubicBezTo>
                <a:close/>
                <a:moveTo>
                  <a:pt x="228098" y="185628"/>
                </a:moveTo>
                <a:cubicBezTo>
                  <a:pt x="225728" y="176558"/>
                  <a:pt x="222591" y="167732"/>
                  <a:pt x="218617" y="159248"/>
                </a:cubicBezTo>
                <a:cubicBezTo>
                  <a:pt x="230678" y="163061"/>
                  <a:pt x="241901" y="169133"/>
                  <a:pt x="251731" y="177136"/>
                </a:cubicBezTo>
                <a:cubicBezTo>
                  <a:pt x="244132" y="180685"/>
                  <a:pt x="236185" y="183529"/>
                  <a:pt x="228098" y="185628"/>
                </a:cubicBezTo>
                <a:close/>
                <a:moveTo>
                  <a:pt x="148973" y="185628"/>
                </a:moveTo>
                <a:cubicBezTo>
                  <a:pt x="140886" y="183529"/>
                  <a:pt x="132938" y="180685"/>
                  <a:pt x="125340" y="177136"/>
                </a:cubicBezTo>
                <a:cubicBezTo>
                  <a:pt x="135169" y="169133"/>
                  <a:pt x="146393" y="163061"/>
                  <a:pt x="158454" y="159248"/>
                </a:cubicBezTo>
                <a:cubicBezTo>
                  <a:pt x="154480" y="167732"/>
                  <a:pt x="151343" y="176558"/>
                  <a:pt x="148973" y="185628"/>
                </a:cubicBezTo>
                <a:close/>
                <a:moveTo>
                  <a:pt x="109236" y="193721"/>
                </a:moveTo>
                <a:cubicBezTo>
                  <a:pt x="120321" y="199626"/>
                  <a:pt x="132172" y="204165"/>
                  <a:pt x="144372" y="207225"/>
                </a:cubicBezTo>
                <a:cubicBezTo>
                  <a:pt x="142350" y="219306"/>
                  <a:pt x="141095" y="231499"/>
                  <a:pt x="140607" y="243741"/>
                </a:cubicBezTo>
                <a:lnTo>
                  <a:pt x="89019" y="243741"/>
                </a:lnTo>
                <a:cubicBezTo>
                  <a:pt x="91041" y="225525"/>
                  <a:pt x="98012" y="208222"/>
                  <a:pt x="109236" y="193721"/>
                </a:cubicBezTo>
                <a:close/>
                <a:moveTo>
                  <a:pt x="188570" y="132540"/>
                </a:moveTo>
                <a:cubicBezTo>
                  <a:pt x="135378" y="132540"/>
                  <a:pt x="89995" y="166700"/>
                  <a:pt x="73264" y="214210"/>
                </a:cubicBezTo>
                <a:lnTo>
                  <a:pt x="66432" y="214210"/>
                </a:lnTo>
                <a:cubicBezTo>
                  <a:pt x="41962" y="214224"/>
                  <a:pt x="22093" y="194384"/>
                  <a:pt x="22093" y="169900"/>
                </a:cubicBezTo>
                <a:cubicBezTo>
                  <a:pt x="22093" y="148275"/>
                  <a:pt x="37639" y="129801"/>
                  <a:pt x="58972" y="126175"/>
                </a:cubicBezTo>
                <a:lnTo>
                  <a:pt x="70684" y="124203"/>
                </a:lnTo>
                <a:lnTo>
                  <a:pt x="67895" y="112700"/>
                </a:lnTo>
                <a:cubicBezTo>
                  <a:pt x="58344" y="73311"/>
                  <a:pt x="82535" y="33658"/>
                  <a:pt x="121924" y="24128"/>
                </a:cubicBezTo>
                <a:cubicBezTo>
                  <a:pt x="156014" y="15888"/>
                  <a:pt x="191080" y="32877"/>
                  <a:pt x="205790" y="64681"/>
                </a:cubicBezTo>
                <a:lnTo>
                  <a:pt x="210670" y="75291"/>
                </a:lnTo>
                <a:lnTo>
                  <a:pt x="220987" y="69791"/>
                </a:lnTo>
                <a:cubicBezTo>
                  <a:pt x="247200" y="55848"/>
                  <a:pt x="279757" y="65803"/>
                  <a:pt x="293699" y="92023"/>
                </a:cubicBezTo>
                <a:cubicBezTo>
                  <a:pt x="297464" y="99105"/>
                  <a:pt x="299625" y="106948"/>
                  <a:pt x="299974" y="114965"/>
                </a:cubicBezTo>
                <a:lnTo>
                  <a:pt x="300392" y="125471"/>
                </a:lnTo>
                <a:lnTo>
                  <a:pt x="310918" y="125548"/>
                </a:lnTo>
                <a:cubicBezTo>
                  <a:pt x="335388" y="125639"/>
                  <a:pt x="355187" y="145563"/>
                  <a:pt x="355117" y="170039"/>
                </a:cubicBezTo>
                <a:cubicBezTo>
                  <a:pt x="354978" y="194523"/>
                  <a:pt x="335109" y="214301"/>
                  <a:pt x="310570" y="214210"/>
                </a:cubicBezTo>
                <a:lnTo>
                  <a:pt x="303808" y="214210"/>
                </a:lnTo>
                <a:cubicBezTo>
                  <a:pt x="287006" y="166686"/>
                  <a:pt x="241692" y="132540"/>
                  <a:pt x="188501" y="132540"/>
                </a:cubicBezTo>
                <a:close/>
              </a:path>
            </a:pathLst>
          </a:custGeom>
          <a:solidFill>
            <a:schemeClr val="bg1"/>
          </a:solidFill>
          <a:ln w="696" cap="flat">
            <a:noFill/>
            <a:prstDash val="solid"/>
            <a:miter/>
          </a:ln>
        </p:spPr>
        <p:txBody>
          <a:bodyPr rtlCol="0" anchor="ctr"/>
          <a:lstStyle/>
          <a:p>
            <a:endParaRPr lang="es-ES"/>
          </a:p>
        </p:txBody>
      </p:sp>
    </p:spTree>
    <p:extLst>
      <p:ext uri="{BB962C8B-B14F-4D97-AF65-F5344CB8AC3E}">
        <p14:creationId xmlns:p14="http://schemas.microsoft.com/office/powerpoint/2010/main" val="28727083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3" presetClass="path" presetSubtype="0" accel="50000" decel="50000" fill="hold" grpId="0" nodeType="withEffect">
                                  <p:stCondLst>
                                    <p:cond delay="0"/>
                                  </p:stCondLst>
                                  <p:childTnLst>
                                    <p:animMotion origin="layout" path="M -0.00243 -0.00062 L 0.20955 1.60494E-6 " pathEditMode="relative" rAng="0" ptsTypes="AA">
                                      <p:cBhvr>
                                        <p:cTn id="9" dur="2000" fill="hold"/>
                                        <p:tgtEl>
                                          <p:spTgt spid="15"/>
                                        </p:tgtEl>
                                        <p:attrNameLst>
                                          <p:attrName>ppt_x</p:attrName>
                                          <p:attrName>ppt_y</p:attrName>
                                        </p:attrNameLst>
                                      </p:cBhvr>
                                      <p:rCtr x="10590" y="31"/>
                                    </p:animMotion>
                                  </p:childTnLst>
                                </p:cTn>
                              </p:par>
                            </p:childTnLst>
                          </p:cTn>
                        </p:par>
                        <p:par>
                          <p:cTn id="10" fill="hold">
                            <p:stCondLst>
                              <p:cond delay="2000"/>
                            </p:stCondLst>
                            <p:childTnLst>
                              <p:par>
                                <p:cTn id="11" presetID="63" presetClass="path" presetSubtype="0" accel="50000" decel="50000" fill="hold" grpId="0" nodeType="afterEffect">
                                  <p:stCondLst>
                                    <p:cond delay="0"/>
                                  </p:stCondLst>
                                  <p:childTnLst>
                                    <p:animMotion origin="layout" path="M -2.5E-6 0.00309 L 0.17552 0.00278 " pathEditMode="relative" rAng="0" ptsTypes="AA">
                                      <p:cBhvr>
                                        <p:cTn id="12" dur="2000" fill="hold"/>
                                        <p:tgtEl>
                                          <p:spTgt spid="74"/>
                                        </p:tgtEl>
                                        <p:attrNameLst>
                                          <p:attrName>ppt_x</p:attrName>
                                          <p:attrName>ppt_y</p:attrName>
                                        </p:attrNameLst>
                                      </p:cBhvr>
                                      <p:rCtr x="8767" y="-31"/>
                                    </p:animMotion>
                                  </p:childTnLst>
                                </p:cTn>
                              </p:par>
                            </p:childTnLst>
                          </p:cTn>
                        </p:par>
                        <p:par>
                          <p:cTn id="13" fill="hold">
                            <p:stCondLst>
                              <p:cond delay="4000"/>
                            </p:stCondLst>
                            <p:childTnLst>
                              <p:par>
                                <p:cTn id="14" presetID="63" presetClass="path" presetSubtype="0" accel="50000" decel="50000" fill="hold" grpId="0" nodeType="afterEffect">
                                  <p:stCondLst>
                                    <p:cond delay="0"/>
                                  </p:stCondLst>
                                  <p:childTnLst>
                                    <p:animMotion origin="layout" path="M -4.16667E-6 -2.22222E-6 L 0.17553 0.00031 " pathEditMode="relative" rAng="0" ptsTypes="AA">
                                      <p:cBhvr>
                                        <p:cTn id="15" dur="2000" fill="hold"/>
                                        <p:tgtEl>
                                          <p:spTgt spid="75"/>
                                        </p:tgtEl>
                                        <p:attrNameLst>
                                          <p:attrName>ppt_x</p:attrName>
                                          <p:attrName>ppt_y</p:attrName>
                                        </p:attrNameLst>
                                      </p:cBhvr>
                                      <p:rCtr x="87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15"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349EFE-DBBB-43B0-B9F3-64C1612D232A}"/>
              </a:ext>
            </a:extLst>
          </p:cNvPr>
          <p:cNvSpPr>
            <a:spLocks noGrp="1"/>
          </p:cNvSpPr>
          <p:nvPr>
            <p:ph type="title"/>
          </p:nvPr>
        </p:nvSpPr>
        <p:spPr/>
        <p:txBody>
          <a:bodyPr>
            <a:normAutofit/>
          </a:bodyPr>
          <a:lstStyle/>
          <a:p>
            <a:r>
              <a:rPr lang="en-IN" dirty="0"/>
              <a:t>Action Plan Execution</a:t>
            </a:r>
            <a:endParaRPr lang="en-US" dirty="0"/>
          </a:p>
        </p:txBody>
      </p:sp>
      <p:graphicFrame>
        <p:nvGraphicFramePr>
          <p:cNvPr id="5" name="Table 5">
            <a:extLst>
              <a:ext uri="{FF2B5EF4-FFF2-40B4-BE49-F238E27FC236}">
                <a16:creationId xmlns:a16="http://schemas.microsoft.com/office/drawing/2014/main" id="{872A5C14-6258-47F3-989A-3ED738D51B4D}"/>
              </a:ext>
            </a:extLst>
          </p:cNvPr>
          <p:cNvGraphicFramePr>
            <a:graphicFrameLocks noGrp="1"/>
          </p:cNvGraphicFramePr>
          <p:nvPr>
            <p:extLst>
              <p:ext uri="{D42A27DB-BD31-4B8C-83A1-F6EECF244321}">
                <p14:modId xmlns:p14="http://schemas.microsoft.com/office/powerpoint/2010/main" val="2302898582"/>
              </p:ext>
            </p:extLst>
          </p:nvPr>
        </p:nvGraphicFramePr>
        <p:xfrm>
          <a:off x="723900" y="1583598"/>
          <a:ext cx="7696200" cy="3378088"/>
        </p:xfrm>
        <a:graphic>
          <a:graphicData uri="http://schemas.openxmlformats.org/drawingml/2006/table">
            <a:tbl>
              <a:tblPr firstRow="1" bandRow="1">
                <a:tableStyleId>{5C22544A-7EE6-4342-B048-85BDC9FD1C3A}</a:tableStyleId>
              </a:tblPr>
              <a:tblGrid>
                <a:gridCol w="1901313">
                  <a:extLst>
                    <a:ext uri="{9D8B030D-6E8A-4147-A177-3AD203B41FA5}">
                      <a16:colId xmlns:a16="http://schemas.microsoft.com/office/drawing/2014/main" val="219622147"/>
                    </a:ext>
                  </a:extLst>
                </a:gridCol>
                <a:gridCol w="3753464">
                  <a:extLst>
                    <a:ext uri="{9D8B030D-6E8A-4147-A177-3AD203B41FA5}">
                      <a16:colId xmlns:a16="http://schemas.microsoft.com/office/drawing/2014/main" val="3059231133"/>
                    </a:ext>
                  </a:extLst>
                </a:gridCol>
                <a:gridCol w="2041423">
                  <a:extLst>
                    <a:ext uri="{9D8B030D-6E8A-4147-A177-3AD203B41FA5}">
                      <a16:colId xmlns:a16="http://schemas.microsoft.com/office/drawing/2014/main" val="1062333488"/>
                    </a:ext>
                  </a:extLst>
                </a:gridCol>
              </a:tblGrid>
              <a:tr h="634669">
                <a:tc>
                  <a:txBody>
                    <a:bodyPr/>
                    <a:lstStyle/>
                    <a:p>
                      <a:r>
                        <a:rPr lang="en-IN" sz="2300" dirty="0">
                          <a:latin typeface="Space Mono" panose="02000509040000020004" pitchFamily="49" charset="0"/>
                        </a:rPr>
                        <a:t> TOTAL TASK</a:t>
                      </a:r>
                      <a:endParaRPr lang="en-US" sz="2300" dirty="0">
                        <a:latin typeface="Space Mono" panose="02000509040000020004" pitchFamily="49" charset="0"/>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ES" sz="2300" b="0" dirty="0">
                          <a:latin typeface="Space Mono" panose="02000509040000020004" pitchFamily="49" charset="0"/>
                        </a:rPr>
                        <a:t>DESCRIPTION</a:t>
                      </a:r>
                      <a:endParaRPr lang="en-US" sz="2300" b="0" dirty="0">
                        <a:latin typeface="Space Mono" panose="020005090400000200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300" b="0" dirty="0">
                          <a:latin typeface="Space Mono" panose="02000509040000020004" pitchFamily="49" charset="0"/>
                        </a:rPr>
                        <a:t>TIME UTILIZED </a:t>
                      </a:r>
                      <a:endParaRPr lang="es-ES" sz="2300" b="0" dirty="0">
                        <a:latin typeface="Space Mono" panose="02000509040000020004" pitchFamily="49" charset="0"/>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9295702"/>
                  </a:ext>
                </a:extLst>
              </a:tr>
              <a:tr h="640299">
                <a:tc>
                  <a:txBody>
                    <a:bodyPr/>
                    <a:lstStyle/>
                    <a:p>
                      <a:pPr algn="ctr"/>
                      <a:r>
                        <a:rPr lang="es-ES" sz="2400" dirty="0">
                          <a:solidFill>
                            <a:schemeClr val="bg1"/>
                          </a:solidFill>
                          <a:latin typeface="Space Mono" panose="02000509040000020004" pitchFamily="49" charset="0"/>
                        </a:rPr>
                        <a:t>TASK 1</a:t>
                      </a:r>
                      <a:endParaRPr lang="en-US" sz="2400" dirty="0">
                        <a:solidFill>
                          <a:schemeClr val="bg1"/>
                        </a:solidFill>
                        <a:latin typeface="Space Mono" panose="02000509040000020004" pitchFamily="49" charset="0"/>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2000" b="1" i="0" dirty="0">
                          <a:solidFill>
                            <a:srgbClr val="D2D0CE"/>
                          </a:solidFill>
                          <a:effectLst/>
                          <a:latin typeface="-apple-system"/>
                        </a:rPr>
                        <a:t>Hardware Assembly for Ultrasonic Radar System</a:t>
                      </a:r>
                      <a:endParaRPr lang="en-US" sz="1400" dirty="0">
                        <a:solidFill>
                          <a:schemeClr val="bg1"/>
                        </a:solidFill>
                        <a:latin typeface="Raleway"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400" dirty="0">
                          <a:solidFill>
                            <a:schemeClr val="bg1"/>
                          </a:solidFill>
                          <a:latin typeface="+mn-lt"/>
                        </a:rPr>
                        <a:t>50hrs</a:t>
                      </a:r>
                      <a:endParaRPr lang="en-US" sz="1400" dirty="0">
                        <a:solidFill>
                          <a:schemeClr val="bg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7979084"/>
                  </a:ext>
                </a:extLst>
              </a:tr>
              <a:tr h="640299">
                <a:tc>
                  <a:txBody>
                    <a:bodyPr/>
                    <a:lstStyle/>
                    <a:p>
                      <a:pPr algn="ctr"/>
                      <a:r>
                        <a:rPr lang="es-ES" sz="2400" dirty="0">
                          <a:solidFill>
                            <a:schemeClr val="bg1"/>
                          </a:solidFill>
                          <a:latin typeface="Space Mono" panose="02000509040000020004" pitchFamily="49" charset="0"/>
                        </a:rPr>
                        <a:t>TASK 2</a:t>
                      </a:r>
                      <a:endParaRPr lang="en-US" sz="2400" dirty="0">
                        <a:solidFill>
                          <a:schemeClr val="bg1"/>
                        </a:solidFill>
                        <a:latin typeface="Space Mono" panose="02000509040000020004" pitchFamily="49" charset="0"/>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a:spcBef>
                          <a:spcPts val="0"/>
                        </a:spcBef>
                        <a:spcAft>
                          <a:spcPts val="0"/>
                        </a:spcAft>
                      </a:pPr>
                      <a:r>
                        <a:rPr lang="en-GB" sz="2000" b="1" i="0" dirty="0">
                          <a:solidFill>
                            <a:srgbClr val="D2D0CE"/>
                          </a:solidFill>
                          <a:effectLst/>
                          <a:latin typeface="-apple-system"/>
                        </a:rPr>
                        <a:t>Software Programming for Ultrasonic Radar System</a:t>
                      </a:r>
                      <a:endParaRPr lang="en-US" sz="1400" b="0" i="0" u="none" strike="noStrike" kern="1200" dirty="0">
                        <a:solidFill>
                          <a:schemeClr val="bg1"/>
                        </a:solidFill>
                        <a:effectLst/>
                        <a:latin typeface="Raleway" pitchFamily="2" charset="0"/>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400" dirty="0">
                          <a:solidFill>
                            <a:schemeClr val="bg1"/>
                          </a:solidFill>
                          <a:latin typeface="+mn-lt"/>
                        </a:rPr>
                        <a:t>42hrs</a:t>
                      </a:r>
                      <a:endParaRPr lang="en-US" sz="1400" dirty="0">
                        <a:solidFill>
                          <a:schemeClr val="bg1"/>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1156527"/>
                  </a:ext>
                </a:extLst>
              </a:tr>
              <a:tr h="640299">
                <a:tc>
                  <a:txBody>
                    <a:bodyPr/>
                    <a:lstStyle/>
                    <a:p>
                      <a:pPr algn="ctr"/>
                      <a:r>
                        <a:rPr lang="es-ES" sz="2400" dirty="0">
                          <a:solidFill>
                            <a:schemeClr val="bg1"/>
                          </a:solidFill>
                          <a:latin typeface="Space Mono" panose="02000509040000020004" pitchFamily="49" charset="0"/>
                        </a:rPr>
                        <a:t>TASK 3</a:t>
                      </a:r>
                      <a:endParaRPr lang="en-US" sz="2400" dirty="0">
                        <a:solidFill>
                          <a:schemeClr val="bg1"/>
                        </a:solidFill>
                        <a:latin typeface="Space Mono" panose="02000509040000020004" pitchFamily="49" charset="0"/>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2000" b="1" i="0" dirty="0">
                          <a:solidFill>
                            <a:srgbClr val="D2D0CE"/>
                          </a:solidFill>
                          <a:effectLst/>
                          <a:latin typeface="-apple-system"/>
                        </a:rPr>
                        <a:t>PC Radar Interface </a:t>
                      </a:r>
                      <a:r>
                        <a:rPr lang="en-IN" sz="2000" b="1" i="0" dirty="0">
                          <a:solidFill>
                            <a:srgbClr val="D2D0CE"/>
                          </a:solidFill>
                          <a:effectLst/>
                          <a:latin typeface="-apple-system"/>
                        </a:rPr>
                        <a:t>Setup and Integration </a:t>
                      </a:r>
                      <a:endParaRPr lang="en-US" sz="1400" b="0" i="0" u="none" strike="noStrike" kern="1200" dirty="0">
                        <a:solidFill>
                          <a:schemeClr val="bg1"/>
                        </a:solidFill>
                        <a:effectLst/>
                        <a:latin typeface="Raleway" pitchFamily="2" charset="0"/>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400" dirty="0">
                          <a:solidFill>
                            <a:schemeClr val="bg1"/>
                          </a:solidFill>
                          <a:latin typeface="+mn-lt"/>
                        </a:rPr>
                        <a:t>46</a:t>
                      </a:r>
                      <a:r>
                        <a:rPr lang="en-IN" sz="1400" dirty="0">
                          <a:solidFill>
                            <a:schemeClr val="bg1"/>
                          </a:solidFill>
                          <a:latin typeface="Raleway" pitchFamily="2" charset="0"/>
                        </a:rPr>
                        <a:t>hrs</a:t>
                      </a:r>
                      <a:endParaRPr lang="en-US" sz="1400" dirty="0">
                        <a:solidFill>
                          <a:schemeClr val="bg1"/>
                        </a:solidFill>
                        <a:latin typeface="Raleway"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3507032"/>
                  </a:ext>
                </a:extLst>
              </a:tr>
              <a:tr h="640299">
                <a:tc>
                  <a:txBody>
                    <a:bodyPr/>
                    <a:lstStyle/>
                    <a:p>
                      <a:pPr algn="ctr"/>
                      <a:r>
                        <a:rPr lang="en-IN" sz="2400" dirty="0">
                          <a:solidFill>
                            <a:schemeClr val="bg1"/>
                          </a:solidFill>
                          <a:latin typeface="Space Mono" panose="02000509040000020004" pitchFamily="49" charset="0"/>
                        </a:rPr>
                        <a:t>TASK 4</a:t>
                      </a:r>
                      <a:endParaRPr lang="en-US" sz="2400" dirty="0">
                        <a:solidFill>
                          <a:schemeClr val="bg1"/>
                        </a:solidFill>
                        <a:latin typeface="Space Mono" panose="02000509040000020004" pitchFamily="49" charset="0"/>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2000" b="1" i="0" dirty="0">
                          <a:solidFill>
                            <a:srgbClr val="D2D0CE"/>
                          </a:solidFill>
                          <a:effectLst/>
                          <a:latin typeface="-apple-system"/>
                        </a:rPr>
                        <a:t>Testing</a:t>
                      </a:r>
                      <a:r>
                        <a:rPr lang="en-IN" sz="2000" b="1" i="0" dirty="0">
                          <a:solidFill>
                            <a:srgbClr val="D2D0CE"/>
                          </a:solidFill>
                          <a:effectLst/>
                          <a:latin typeface="-apple-system"/>
                        </a:rPr>
                        <a:t> and Documentation </a:t>
                      </a:r>
                      <a:endParaRPr lang="en-US" sz="1400" b="0" i="0" u="none" strike="noStrike" kern="1200" dirty="0">
                        <a:solidFill>
                          <a:schemeClr val="bg1"/>
                        </a:solidFill>
                        <a:effectLst/>
                        <a:latin typeface="Raleway" pitchFamily="2" charset="0"/>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400" dirty="0">
                          <a:solidFill>
                            <a:schemeClr val="bg1"/>
                          </a:solidFill>
                          <a:latin typeface="Raleway" pitchFamily="2" charset="0"/>
                        </a:rPr>
                        <a:t>45hrs</a:t>
                      </a:r>
                      <a:endParaRPr lang="en-US" sz="1400" dirty="0">
                        <a:solidFill>
                          <a:schemeClr val="bg1"/>
                        </a:solidFill>
                        <a:latin typeface="Raleway"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6813955"/>
                  </a:ext>
                </a:extLst>
              </a:tr>
            </a:tbl>
          </a:graphicData>
        </a:graphic>
      </p:graphicFrame>
      <p:graphicFrame>
        <p:nvGraphicFramePr>
          <p:cNvPr id="2" name="Tabla 1">
            <a:extLst>
              <a:ext uri="{FF2B5EF4-FFF2-40B4-BE49-F238E27FC236}">
                <a16:creationId xmlns:a16="http://schemas.microsoft.com/office/drawing/2014/main" id="{BA429D17-D6AF-4909-B94D-39ABD5E730B5}"/>
              </a:ext>
            </a:extLst>
          </p:cNvPr>
          <p:cNvGraphicFramePr>
            <a:graphicFrameLocks noGrp="1"/>
          </p:cNvGraphicFramePr>
          <p:nvPr/>
        </p:nvGraphicFramePr>
        <p:xfrm>
          <a:off x="10442222" y="2460978"/>
          <a:ext cx="208280" cy="297180"/>
        </p:xfrm>
        <a:graphic>
          <a:graphicData uri="http://schemas.openxmlformats.org/drawingml/2006/table">
            <a:tbl>
              <a:tblPr/>
              <a:tblGrid>
                <a:gridCol w="208280">
                  <a:extLst>
                    <a:ext uri="{9D8B030D-6E8A-4147-A177-3AD203B41FA5}">
                      <a16:colId xmlns:a16="http://schemas.microsoft.com/office/drawing/2014/main" val="1133135634"/>
                    </a:ext>
                  </a:extLst>
                </a:gridCol>
              </a:tblGrid>
              <a:tr h="0">
                <a:tc>
                  <a:txBody>
                    <a:bodyPr/>
                    <a:lstStyle/>
                    <a:p>
                      <a:endParaRPr lang="es-ES" dirty="0"/>
                    </a:p>
                  </a:txBody>
                  <a:tcPr>
                    <a:lnL>
                      <a:noFill/>
                    </a:lnL>
                    <a:lnR>
                      <a:noFill/>
                    </a:lnR>
                    <a:lnT>
                      <a:noFill/>
                    </a:lnT>
                    <a:lnB>
                      <a:noFill/>
                    </a:lnB>
                  </a:tcPr>
                </a:tc>
                <a:extLst>
                  <a:ext uri="{0D108BD9-81ED-4DB2-BD59-A6C34878D82A}">
                    <a16:rowId xmlns:a16="http://schemas.microsoft.com/office/drawing/2014/main" val="268491741"/>
                  </a:ext>
                </a:extLst>
              </a:tr>
            </a:tbl>
          </a:graphicData>
        </a:graphic>
      </p:graphicFrame>
      <p:pic>
        <p:nvPicPr>
          <p:cNvPr id="6" name="Imagen 5" descr="Imagen que contiene luz, puesta de sol, caminando, sol&#10;&#10;Descripción generada automáticamente">
            <a:extLst>
              <a:ext uri="{FF2B5EF4-FFF2-40B4-BE49-F238E27FC236}">
                <a16:creationId xmlns:a16="http://schemas.microsoft.com/office/drawing/2014/main" id="{0082EE90-C945-4960-97DB-B8055EC103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 y="172332"/>
            <a:ext cx="1340903" cy="315348"/>
          </a:xfrm>
          <a:prstGeom prst="rect">
            <a:avLst/>
          </a:prstGeom>
        </p:spPr>
      </p:pic>
    </p:spTree>
    <p:extLst>
      <p:ext uri="{BB962C8B-B14F-4D97-AF65-F5344CB8AC3E}">
        <p14:creationId xmlns:p14="http://schemas.microsoft.com/office/powerpoint/2010/main" val="29370727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3E03E7BD-95D2-4209-B033-CA51C7F8888A}"/>
              </a:ext>
            </a:extLst>
          </p:cNvPr>
          <p:cNvSpPr>
            <a:spLocks noGrp="1"/>
          </p:cNvSpPr>
          <p:nvPr>
            <p:ph type="title"/>
          </p:nvPr>
        </p:nvSpPr>
        <p:spPr/>
        <p:txBody>
          <a:bodyPr/>
          <a:lstStyle/>
          <a:p>
            <a:r>
              <a:rPr lang="en-IN" dirty="0"/>
              <a:t>References</a:t>
            </a:r>
            <a:endParaRPr lang="es-ES" dirty="0"/>
          </a:p>
        </p:txBody>
      </p:sp>
      <p:pic>
        <p:nvPicPr>
          <p:cNvPr id="5" name="Imagen 4" descr="Imagen que contiene oscuro, tabla, computadora, iluminado&#10;&#10;Descripción generada automáticamente">
            <a:extLst>
              <a:ext uri="{FF2B5EF4-FFF2-40B4-BE49-F238E27FC236}">
                <a16:creationId xmlns:a16="http://schemas.microsoft.com/office/drawing/2014/main" id="{1ACAF6DF-AAD4-4E7E-B1DA-146AC07DA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021465" y="3513110"/>
            <a:ext cx="5519851" cy="1156611"/>
          </a:xfrm>
          <a:prstGeom prst="rect">
            <a:avLst/>
          </a:prstGeom>
        </p:spPr>
      </p:pic>
      <p:pic>
        <p:nvPicPr>
          <p:cNvPr id="9" name="Imagen 8">
            <a:extLst>
              <a:ext uri="{FF2B5EF4-FFF2-40B4-BE49-F238E27FC236}">
                <a16:creationId xmlns:a16="http://schemas.microsoft.com/office/drawing/2014/main" id="{C8608690-EB9A-440F-A708-78151AC6E0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4841" y="3931725"/>
            <a:ext cx="2401172" cy="207231"/>
          </a:xfrm>
          <a:prstGeom prst="rect">
            <a:avLst/>
          </a:prstGeom>
        </p:spPr>
      </p:pic>
      <p:pic>
        <p:nvPicPr>
          <p:cNvPr id="13" name="Imagen 12" descr="Teclado de computadora&#10;&#10;Descripción generada automáticamente con confianza media">
            <a:extLst>
              <a:ext uri="{FF2B5EF4-FFF2-40B4-BE49-F238E27FC236}">
                <a16:creationId xmlns:a16="http://schemas.microsoft.com/office/drawing/2014/main" id="{60917886-4416-4691-8FAB-D45954C012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4069" y="3897785"/>
            <a:ext cx="2324391" cy="680033"/>
          </a:xfrm>
          <a:prstGeom prst="rect">
            <a:avLst/>
          </a:prstGeom>
        </p:spPr>
      </p:pic>
      <p:pic>
        <p:nvPicPr>
          <p:cNvPr id="15" name="Imagen 14" descr="Interfaz de usuario gráfica, Aplicación&#10;&#10;Descripción generada automáticamente">
            <a:extLst>
              <a:ext uri="{FF2B5EF4-FFF2-40B4-BE49-F238E27FC236}">
                <a16:creationId xmlns:a16="http://schemas.microsoft.com/office/drawing/2014/main" id="{93FB05ED-B7F1-4E95-86A3-7CB70F1FA6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59800" y="3273692"/>
            <a:ext cx="3011817" cy="1111348"/>
          </a:xfrm>
          <a:prstGeom prst="rect">
            <a:avLst/>
          </a:prstGeom>
        </p:spPr>
      </p:pic>
      <p:sp>
        <p:nvSpPr>
          <p:cNvPr id="6" name="Content Placeholder 5">
            <a:extLst>
              <a:ext uri="{FF2B5EF4-FFF2-40B4-BE49-F238E27FC236}">
                <a16:creationId xmlns:a16="http://schemas.microsoft.com/office/drawing/2014/main" id="{36E46E8E-E9DC-6AC3-772E-877682A0FEC4}"/>
              </a:ext>
            </a:extLst>
          </p:cNvPr>
          <p:cNvSpPr>
            <a:spLocks noGrp="1"/>
          </p:cNvSpPr>
          <p:nvPr>
            <p:ph idx="1"/>
          </p:nvPr>
        </p:nvSpPr>
        <p:spPr/>
        <p:txBody>
          <a:bodyPr/>
          <a:lstStyle/>
          <a:p>
            <a:pPr marL="285750" indent="-285750">
              <a:buFont typeface="Arial" panose="020B0604020202020204" pitchFamily="34" charset="0"/>
              <a:buChar char="•"/>
            </a:pPr>
            <a:r>
              <a:rPr lang="en-IN" dirty="0"/>
              <a:t>Sideshow.com</a:t>
            </a:r>
          </a:p>
          <a:p>
            <a:pPr marL="285750" indent="-285750">
              <a:buFont typeface="Arial" panose="020B0604020202020204" pitchFamily="34" charset="0"/>
              <a:buChar char="•"/>
            </a:pPr>
            <a:r>
              <a:rPr lang="en-IN" dirty="0" err="1"/>
              <a:t>Britannica.com</a:t>
            </a:r>
            <a:endParaRPr lang="en-IN" dirty="0"/>
          </a:p>
          <a:p>
            <a:pPr marL="285750" indent="-285750">
              <a:buFont typeface="Arial" panose="020B0604020202020204" pitchFamily="34" charset="0"/>
              <a:buChar char="•"/>
            </a:pPr>
            <a:r>
              <a:rPr lang="en-IN" dirty="0" err="1"/>
              <a:t>Howtodoelectronics.com</a:t>
            </a:r>
            <a:endParaRPr lang="en-IN" dirty="0"/>
          </a:p>
          <a:p>
            <a:pPr marL="285750" indent="-285750">
              <a:buFont typeface="Arial" panose="020B0604020202020204" pitchFamily="34" charset="0"/>
              <a:buChar char="•"/>
            </a:pPr>
            <a:endParaRPr lang="en-IN" dirty="0"/>
          </a:p>
          <a:p>
            <a:endParaRPr lang="en-US" dirty="0"/>
          </a:p>
        </p:txBody>
      </p:sp>
    </p:spTree>
    <p:extLst>
      <p:ext uri="{BB962C8B-B14F-4D97-AF65-F5344CB8AC3E}">
        <p14:creationId xmlns:p14="http://schemas.microsoft.com/office/powerpoint/2010/main" val="15786609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9FAF5-B6E0-5C92-1BA4-DC03B016B144}"/>
              </a:ext>
            </a:extLst>
          </p:cNvPr>
          <p:cNvSpPr>
            <a:spLocks noGrp="1"/>
          </p:cNvSpPr>
          <p:nvPr>
            <p:ph type="title"/>
          </p:nvPr>
        </p:nvSpPr>
        <p:spPr>
          <a:xfrm>
            <a:off x="635410" y="2213967"/>
            <a:ext cx="7696200" cy="715566"/>
          </a:xfrm>
        </p:spPr>
        <p:txBody>
          <a:bodyPr>
            <a:noAutofit/>
          </a:bodyPr>
          <a:lstStyle/>
          <a:p>
            <a:r>
              <a:rPr lang="en-IN" sz="8000" dirty="0"/>
              <a:t>Thank You</a:t>
            </a:r>
            <a:endParaRPr lang="en-US" sz="8000" dirty="0"/>
          </a:p>
        </p:txBody>
      </p:sp>
    </p:spTree>
    <p:extLst>
      <p:ext uri="{BB962C8B-B14F-4D97-AF65-F5344CB8AC3E}">
        <p14:creationId xmlns:p14="http://schemas.microsoft.com/office/powerpoint/2010/main" val="25572512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Animated IT Services Project Proposal by Slidesgo">
  <a:themeElements>
    <a:clrScheme name="Personalizado 18">
      <a:dk1>
        <a:srgbClr val="262625"/>
      </a:dk1>
      <a:lt1>
        <a:sysClr val="window" lastClr="FFFFFF"/>
      </a:lt1>
      <a:dk2>
        <a:srgbClr val="1FD81A"/>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1125</TotalTime>
  <Words>582</Words>
  <Application>Microsoft Office PowerPoint</Application>
  <PresentationFormat>On-screen Show (16:9)</PresentationFormat>
  <Paragraphs>88</Paragraphs>
  <Slides>12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-apple-system</vt:lpstr>
      <vt:lpstr>Arial</vt:lpstr>
      <vt:lpstr>Calibri</vt:lpstr>
      <vt:lpstr>Proxima Nova</vt:lpstr>
      <vt:lpstr>Proxima Nova Rg</vt:lpstr>
      <vt:lpstr>Raleway</vt:lpstr>
      <vt:lpstr>Roboto</vt:lpstr>
      <vt:lpstr>Space Mono</vt:lpstr>
      <vt:lpstr>Animated IT Services Project Proposal by Slidesgo</vt:lpstr>
      <vt:lpstr>Slidesgo Final Pages</vt:lpstr>
      <vt:lpstr>PowerPoint Presentation</vt:lpstr>
      <vt:lpstr>Introduction</vt:lpstr>
      <vt:lpstr>Components Required</vt:lpstr>
      <vt:lpstr>Block Diagram</vt:lpstr>
      <vt:lpstr>PowerPoint Presentation</vt:lpstr>
      <vt:lpstr>PC Radar Interface Working</vt:lpstr>
      <vt:lpstr>Working</vt:lpstr>
      <vt:lpstr>Applications </vt:lpstr>
      <vt:lpstr>PROJECT GOALS</vt:lpstr>
      <vt:lpstr>Action Plan Execution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Vivekanand Singh</cp:lastModifiedBy>
  <cp:revision>33</cp:revision>
  <dcterms:created xsi:type="dcterms:W3CDTF">2021-10-12T08:06:43Z</dcterms:created>
  <dcterms:modified xsi:type="dcterms:W3CDTF">2024-05-06T18:21:27Z</dcterms:modified>
</cp:coreProperties>
</file>